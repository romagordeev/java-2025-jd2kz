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9" r:id="rId4"/>
    <p:sldId id="262" r:id="rId5"/>
    <p:sldId id="300" r:id="rId6"/>
    <p:sldId id="261" r:id="rId7"/>
    <p:sldId id="263" r:id="rId8"/>
    <p:sldId id="297" r:id="rId9"/>
    <p:sldId id="299" r:id="rId10"/>
    <p:sldId id="298" r:id="rId11"/>
    <p:sldId id="266" r:id="rId12"/>
    <p:sldId id="267" r:id="rId13"/>
    <p:sldId id="268" r:id="rId14"/>
    <p:sldId id="290" r:id="rId15"/>
    <p:sldId id="265" r:id="rId16"/>
    <p:sldId id="291" r:id="rId17"/>
    <p:sldId id="292" r:id="rId18"/>
    <p:sldId id="293" r:id="rId19"/>
    <p:sldId id="294" r:id="rId20"/>
    <p:sldId id="269" r:id="rId21"/>
    <p:sldId id="272" r:id="rId22"/>
    <p:sldId id="270" r:id="rId23"/>
    <p:sldId id="271" r:id="rId24"/>
    <p:sldId id="273" r:id="rId25"/>
    <p:sldId id="274" r:id="rId26"/>
    <p:sldId id="276" r:id="rId27"/>
    <p:sldId id="264" r:id="rId28"/>
    <p:sldId id="295" r:id="rId29"/>
    <p:sldId id="296" r:id="rId30"/>
    <p:sldId id="282" r:id="rId31"/>
    <p:sldId id="277" r:id="rId32"/>
    <p:sldId id="285" r:id="rId33"/>
    <p:sldId id="286" r:id="rId34"/>
    <p:sldId id="278" r:id="rId35"/>
    <p:sldId id="281" r:id="rId36"/>
    <p:sldId id="279" r:id="rId37"/>
    <p:sldId id="280" r:id="rId38"/>
    <p:sldId id="283" r:id="rId39"/>
    <p:sldId id="284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28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461" y="91"/>
      </p:cViewPr>
      <p:guideLst>
        <p:guide orient="horz" pos="2180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ill Shekhurin" userId="5fa3af8f78e1f01f" providerId="LiveId" clId="{4D434D17-4F2C-4A6A-A24F-470A3F63FF8E}"/>
    <pc:docChg chg="undo custSel addSld delSld modSld">
      <pc:chgData name="Kirill Shekhurin" userId="5fa3af8f78e1f01f" providerId="LiveId" clId="{4D434D17-4F2C-4A6A-A24F-470A3F63FF8E}" dt="2025-10-18T11:04:00.316" v="179" actId="27636"/>
      <pc:docMkLst>
        <pc:docMk/>
      </pc:docMkLst>
      <pc:sldChg chg="delSp modSp add del mod">
        <pc:chgData name="Kirill Shekhurin" userId="5fa3af8f78e1f01f" providerId="LiveId" clId="{4D434D17-4F2C-4A6A-A24F-470A3F63FF8E}" dt="2025-10-18T11:03:02.413" v="175" actId="47"/>
        <pc:sldMkLst>
          <pc:docMk/>
          <pc:sldMk cId="0" sldId="256"/>
        </pc:sldMkLst>
        <pc:spChg chg="mod">
          <ac:chgData name="Kirill Shekhurin" userId="5fa3af8f78e1f01f" providerId="LiveId" clId="{4D434D17-4F2C-4A6A-A24F-470A3F63FF8E}" dt="2025-10-18T09:40:03.304" v="173" actId="20577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Kirill Shekhurin" userId="5fa3af8f78e1f01f" providerId="LiveId" clId="{4D434D17-4F2C-4A6A-A24F-470A3F63FF8E}" dt="2025-10-18T08:53:34.877" v="1" actId="478"/>
          <ac:spMkLst>
            <pc:docMk/>
            <pc:sldMk cId="0" sldId="256"/>
            <ac:spMk id="3" creationId="{00000000-0000-0000-0000-000000000000}"/>
          </ac:spMkLst>
        </pc:spChg>
      </pc:sldChg>
      <pc:sldChg chg="add del">
        <pc:chgData name="Kirill Shekhurin" userId="5fa3af8f78e1f01f" providerId="LiveId" clId="{4D434D17-4F2C-4A6A-A24F-470A3F63FF8E}" dt="2025-10-18T11:03:02.413" v="175" actId="47"/>
        <pc:sldMkLst>
          <pc:docMk/>
          <pc:sldMk cId="0" sldId="257"/>
        </pc:sldMkLst>
      </pc:sldChg>
      <pc:sldChg chg="modSp add del mod">
        <pc:chgData name="Kirill Shekhurin" userId="5fa3af8f78e1f01f" providerId="LiveId" clId="{4D434D17-4F2C-4A6A-A24F-470A3F63FF8E}" dt="2025-10-18T11:03:02.413" v="175" actId="47"/>
        <pc:sldMkLst>
          <pc:docMk/>
          <pc:sldMk cId="0" sldId="259"/>
        </pc:sldMkLst>
        <pc:spChg chg="mod">
          <ac:chgData name="Kirill Shekhurin" userId="5fa3af8f78e1f01f" providerId="LiveId" clId="{4D434D17-4F2C-4A6A-A24F-470A3F63FF8E}" dt="2025-10-18T09:09:16.247" v="4" actId="27636"/>
          <ac:spMkLst>
            <pc:docMk/>
            <pc:sldMk cId="0" sldId="259"/>
            <ac:spMk id="5" creationId="{00000000-0000-0000-0000-000000000000}"/>
          </ac:spMkLst>
        </pc:spChg>
      </pc:sldChg>
      <pc:sldChg chg="modSp add del mod">
        <pc:chgData name="Kirill Shekhurin" userId="5fa3af8f78e1f01f" providerId="LiveId" clId="{4D434D17-4F2C-4A6A-A24F-470A3F63FF8E}" dt="2025-10-18T11:03:02.413" v="175" actId="47"/>
        <pc:sldMkLst>
          <pc:docMk/>
          <pc:sldMk cId="0" sldId="261"/>
        </pc:sldMkLst>
        <pc:spChg chg="mod">
          <ac:chgData name="Kirill Shekhurin" userId="5fa3af8f78e1f01f" providerId="LiveId" clId="{4D434D17-4F2C-4A6A-A24F-470A3F63FF8E}" dt="2025-10-18T09:09:16.257" v="5" actId="27636"/>
          <ac:spMkLst>
            <pc:docMk/>
            <pc:sldMk cId="0" sldId="261"/>
            <ac:spMk id="5" creationId="{00000000-0000-0000-0000-000000000000}"/>
          </ac:spMkLst>
        </pc:spChg>
      </pc:sldChg>
      <pc:sldChg chg="add del">
        <pc:chgData name="Kirill Shekhurin" userId="5fa3af8f78e1f01f" providerId="LiveId" clId="{4D434D17-4F2C-4A6A-A24F-470A3F63FF8E}" dt="2025-10-18T11:03:02.413" v="175" actId="47"/>
        <pc:sldMkLst>
          <pc:docMk/>
          <pc:sldMk cId="0" sldId="262"/>
        </pc:sldMkLst>
      </pc:sldChg>
      <pc:sldChg chg="modSp add del mod">
        <pc:chgData name="Kirill Shekhurin" userId="5fa3af8f78e1f01f" providerId="LiveId" clId="{4D434D17-4F2C-4A6A-A24F-470A3F63FF8E}" dt="2025-10-18T11:03:02.413" v="175" actId="47"/>
        <pc:sldMkLst>
          <pc:docMk/>
          <pc:sldMk cId="0" sldId="263"/>
        </pc:sldMkLst>
        <pc:spChg chg="mod">
          <ac:chgData name="Kirill Shekhurin" userId="5fa3af8f78e1f01f" providerId="LiveId" clId="{4D434D17-4F2C-4A6A-A24F-470A3F63FF8E}" dt="2025-10-18T09:34:15.651" v="170" actId="20577"/>
          <ac:spMkLst>
            <pc:docMk/>
            <pc:sldMk cId="0" sldId="263"/>
            <ac:spMk id="6" creationId="{00000000-0000-0000-0000-000000000000}"/>
          </ac:spMkLst>
        </pc:spChg>
      </pc:sldChg>
      <pc:sldChg chg="add del">
        <pc:chgData name="Kirill Shekhurin" userId="5fa3af8f78e1f01f" providerId="LiveId" clId="{4D434D17-4F2C-4A6A-A24F-470A3F63FF8E}" dt="2025-10-18T11:04:00.242" v="178"/>
        <pc:sldMkLst>
          <pc:docMk/>
          <pc:sldMk cId="2383588325" sldId="264"/>
        </pc:sldMkLst>
      </pc:sldChg>
      <pc:sldChg chg="add del">
        <pc:chgData name="Kirill Shekhurin" userId="5fa3af8f78e1f01f" providerId="LiveId" clId="{4D434D17-4F2C-4A6A-A24F-470A3F63FF8E}" dt="2025-10-18T11:04:00.242" v="178"/>
        <pc:sldMkLst>
          <pc:docMk/>
          <pc:sldMk cId="910162785" sldId="265"/>
        </pc:sldMkLst>
      </pc:sldChg>
      <pc:sldChg chg="add del">
        <pc:chgData name="Kirill Shekhurin" userId="5fa3af8f78e1f01f" providerId="LiveId" clId="{4D434D17-4F2C-4A6A-A24F-470A3F63FF8E}" dt="2025-10-18T11:03:02.413" v="175" actId="47"/>
        <pc:sldMkLst>
          <pc:docMk/>
          <pc:sldMk cId="0" sldId="266"/>
        </pc:sldMkLst>
      </pc:sldChg>
      <pc:sldChg chg="add del">
        <pc:chgData name="Kirill Shekhurin" userId="5fa3af8f78e1f01f" providerId="LiveId" clId="{4D434D17-4F2C-4A6A-A24F-470A3F63FF8E}" dt="2025-10-18T11:03:02.413" v="175" actId="47"/>
        <pc:sldMkLst>
          <pc:docMk/>
          <pc:sldMk cId="0" sldId="267"/>
        </pc:sldMkLst>
      </pc:sldChg>
      <pc:sldChg chg="add del">
        <pc:chgData name="Kirill Shekhurin" userId="5fa3af8f78e1f01f" providerId="LiveId" clId="{4D434D17-4F2C-4A6A-A24F-470A3F63FF8E}" dt="2025-10-18T11:03:02.413" v="175" actId="47"/>
        <pc:sldMkLst>
          <pc:docMk/>
          <pc:sldMk cId="0" sldId="268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51153617" sldId="269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3246643907" sldId="269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2579108831" sldId="270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3578321123" sldId="270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3102230729" sldId="271"/>
        </pc:sldMkLst>
      </pc:sldChg>
      <pc:sldChg chg="modSp add mod">
        <pc:chgData name="Kirill Shekhurin" userId="5fa3af8f78e1f01f" providerId="LiveId" clId="{4D434D17-4F2C-4A6A-A24F-470A3F63FF8E}" dt="2025-10-18T11:04:00.316" v="179" actId="27636"/>
        <pc:sldMkLst>
          <pc:docMk/>
          <pc:sldMk cId="4162733167" sldId="271"/>
        </pc:sldMkLst>
        <pc:spChg chg="mod">
          <ac:chgData name="Kirill Shekhurin" userId="5fa3af8f78e1f01f" providerId="LiveId" clId="{4D434D17-4F2C-4A6A-A24F-470A3F63FF8E}" dt="2025-10-18T11:04:00.316" v="179" actId="27636"/>
          <ac:spMkLst>
            <pc:docMk/>
            <pc:sldMk cId="4162733167" sldId="271"/>
            <ac:spMk id="2" creationId="{184FCC5F-8DF4-6955-DA2A-320327BCDCDC}"/>
          </ac:spMkLst>
        </pc:spChg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946897723" sldId="272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1310418939" sldId="272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2588707481" sldId="273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2728080838" sldId="273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151153617" sldId="274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806296755" sldId="274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946897723" sldId="275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2579108831" sldId="276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715115181" sldId="276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224052833" sldId="277"/>
        </pc:sldMkLst>
      </pc:sldChg>
      <pc:sldChg chg="modSp add del mod">
        <pc:chgData name="Kirill Shekhurin" userId="5fa3af8f78e1f01f" providerId="LiveId" clId="{4D434D17-4F2C-4A6A-A24F-470A3F63FF8E}" dt="2025-10-18T11:03:52.756" v="176" actId="47"/>
        <pc:sldMkLst>
          <pc:docMk/>
          <pc:sldMk cId="4162733167" sldId="277"/>
        </pc:sldMkLst>
        <pc:spChg chg="mod">
          <ac:chgData name="Kirill Shekhurin" userId="5fa3af8f78e1f01f" providerId="LiveId" clId="{4D434D17-4F2C-4A6A-A24F-470A3F63FF8E}" dt="2025-10-18T09:09:16.238" v="3" actId="27636"/>
          <ac:spMkLst>
            <pc:docMk/>
            <pc:sldMk cId="4162733167" sldId="277"/>
            <ac:spMk id="2" creationId="{184FCC5F-8DF4-6955-DA2A-320327BCDCDC}"/>
          </ac:spMkLst>
        </pc:spChg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008730130" sldId="278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2588707481" sldId="278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806296755" sldId="279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808941518" sldId="279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549384210" sldId="280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3715115181" sldId="280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2541927237" sldId="281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2988863460" sldId="281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1590015627" sldId="282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876022940" sldId="282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1876022940" sldId="283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254272092" sldId="283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058106022" sldId="284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3224052833" sldId="284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1008730130" sldId="285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461163611" sldId="285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271585497" sldId="286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2541927237" sldId="286"/>
        </pc:sldMkLst>
      </pc:sldChg>
      <pc:sldChg chg="add del">
        <pc:chgData name="Kirill Shekhurin" userId="5fa3af8f78e1f01f" providerId="LiveId" clId="{4D434D17-4F2C-4A6A-A24F-470A3F63FF8E}" dt="2025-10-18T11:03:52.756" v="176" actId="47"/>
        <pc:sldMkLst>
          <pc:docMk/>
          <pc:sldMk cId="3808941518" sldId="287"/>
        </pc:sldMkLst>
      </pc:sldChg>
      <pc:sldChg chg="add del">
        <pc:chgData name="Kirill Shekhurin" userId="5fa3af8f78e1f01f" providerId="LiveId" clId="{4D434D17-4F2C-4A6A-A24F-470A3F63FF8E}" dt="2025-10-18T11:03:55.870" v="177" actId="47"/>
        <pc:sldMkLst>
          <pc:docMk/>
          <pc:sldMk cId="1549384210" sldId="288"/>
        </pc:sldMkLst>
      </pc:sldChg>
      <pc:sldChg chg="modSp add mod">
        <pc:chgData name="Kirill Shekhurin" userId="5fa3af8f78e1f01f" providerId="LiveId" clId="{4D434D17-4F2C-4A6A-A24F-470A3F63FF8E}" dt="2025-10-18T09:23:55.083" v="156" actId="20577"/>
        <pc:sldMkLst>
          <pc:docMk/>
          <pc:sldMk cId="992902497" sldId="289"/>
        </pc:sldMkLst>
        <pc:spChg chg="mod">
          <ac:chgData name="Kirill Shekhurin" userId="5fa3af8f78e1f01f" providerId="LiveId" clId="{4D434D17-4F2C-4A6A-A24F-470A3F63FF8E}" dt="2025-10-18T09:23:55.083" v="156" actId="20577"/>
          <ac:spMkLst>
            <pc:docMk/>
            <pc:sldMk cId="992902497" sldId="289"/>
            <ac:spMk id="4" creationId="{93A87AF6-ADF0-462B-FD34-BE08391E2095}"/>
          </ac:spMkLst>
        </pc:spChg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246643907" sldId="290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578321123" sldId="291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3102230729" sldId="292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310418939" sldId="293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2728080838" sldId="294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2988863460" sldId="295"/>
        </pc:sldMkLst>
      </pc:sldChg>
      <pc:sldChg chg="add">
        <pc:chgData name="Kirill Shekhurin" userId="5fa3af8f78e1f01f" providerId="LiveId" clId="{4D434D17-4F2C-4A6A-A24F-470A3F63FF8E}" dt="2025-10-18T11:04:00.242" v="178"/>
        <pc:sldMkLst>
          <pc:docMk/>
          <pc:sldMk cId="1590015627" sldId="296"/>
        </pc:sldMkLst>
      </pc:sldChg>
    </pc:docChg>
  </pc:docChgLst>
  <pc:docChgLst>
    <pc:chgData name="Kirill Shekhurin" userId="5fa3af8f78e1f01f" providerId="LiveId" clId="{1302097B-9B8A-40FC-8B17-BE3F8672F0D4}"/>
    <pc:docChg chg="undo custSel addSld delSld modSld">
      <pc:chgData name="Kirill Shekhurin" userId="5fa3af8f78e1f01f" providerId="LiveId" clId="{1302097B-9B8A-40FC-8B17-BE3F8672F0D4}" dt="2025-11-22T11:42:46.694" v="1060"/>
      <pc:docMkLst>
        <pc:docMk/>
      </pc:docMkLst>
      <pc:sldChg chg="add del">
        <pc:chgData name="Kirill Shekhurin" userId="5fa3af8f78e1f01f" providerId="LiveId" clId="{1302097B-9B8A-40FC-8B17-BE3F8672F0D4}" dt="2025-11-22T11:42:46.694" v="1060"/>
        <pc:sldMkLst>
          <pc:docMk/>
          <pc:sldMk cId="2383588325" sldId="264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910162785" sldId="265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51153617" sldId="269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2579108831" sldId="270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4162733167" sldId="271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946897723" sldId="272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2588707481" sldId="273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806296755" sldId="274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715115181" sldId="276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224052833" sldId="277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008730130" sldId="278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808941518" sldId="279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549384210" sldId="280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2541927237" sldId="281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876022940" sldId="282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254272092" sldId="283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058106022" sldId="284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461163611" sldId="285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271585497" sldId="286"/>
        </pc:sldMkLst>
      </pc:sldChg>
      <pc:sldChg chg="modSp mod">
        <pc:chgData name="Kirill Shekhurin" userId="5fa3af8f78e1f01f" providerId="LiveId" clId="{1302097B-9B8A-40FC-8B17-BE3F8672F0D4}" dt="2025-11-15T10:21:17.949" v="1058"/>
        <pc:sldMkLst>
          <pc:docMk/>
          <pc:sldMk cId="992902497" sldId="289"/>
        </pc:sldMkLst>
        <pc:spChg chg="mod">
          <ac:chgData name="Kirill Shekhurin" userId="5fa3af8f78e1f01f" providerId="LiveId" clId="{1302097B-9B8A-40FC-8B17-BE3F8672F0D4}" dt="2025-11-15T10:21:17.949" v="1058"/>
          <ac:spMkLst>
            <pc:docMk/>
            <pc:sldMk cId="992902497" sldId="289"/>
            <ac:spMk id="4" creationId="{93A87AF6-ADF0-462B-FD34-BE08391E2095}"/>
          </ac:spMkLst>
        </pc:spChg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246643907" sldId="290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578321123" sldId="291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3102230729" sldId="292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310418939" sldId="293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2728080838" sldId="294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2988863460" sldId="295"/>
        </pc:sldMkLst>
      </pc:sldChg>
      <pc:sldChg chg="add del">
        <pc:chgData name="Kirill Shekhurin" userId="5fa3af8f78e1f01f" providerId="LiveId" clId="{1302097B-9B8A-40FC-8B17-BE3F8672F0D4}" dt="2025-11-22T11:42:46.694" v="1060"/>
        <pc:sldMkLst>
          <pc:docMk/>
          <pc:sldMk cId="1590015627" sldId="296"/>
        </pc:sldMkLst>
      </pc:sldChg>
      <pc:sldChg chg="addSp delSp modSp new mod">
        <pc:chgData name="Kirill Shekhurin" userId="5fa3af8f78e1f01f" providerId="LiveId" clId="{1302097B-9B8A-40FC-8B17-BE3F8672F0D4}" dt="2025-11-15T10:10:28.692" v="834"/>
        <pc:sldMkLst>
          <pc:docMk/>
          <pc:sldMk cId="3451579625" sldId="297"/>
        </pc:sldMkLst>
        <pc:spChg chg="mod">
          <ac:chgData name="Kirill Shekhurin" userId="5fa3af8f78e1f01f" providerId="LiveId" clId="{1302097B-9B8A-40FC-8B17-BE3F8672F0D4}" dt="2025-11-15T09:53:16.687" v="29" actId="20577"/>
          <ac:spMkLst>
            <pc:docMk/>
            <pc:sldMk cId="3451579625" sldId="297"/>
            <ac:spMk id="2" creationId="{F6940DE7-B9F9-70BE-D292-0EA9BB1028CE}"/>
          </ac:spMkLst>
        </pc:spChg>
        <pc:spChg chg="add mod">
          <ac:chgData name="Kirill Shekhurin" userId="5fa3af8f78e1f01f" providerId="LiveId" clId="{1302097B-9B8A-40FC-8B17-BE3F8672F0D4}" dt="2025-11-15T10:10:28.692" v="834"/>
          <ac:spMkLst>
            <pc:docMk/>
            <pc:sldMk cId="3451579625" sldId="297"/>
            <ac:spMk id="9" creationId="{151F9684-A744-C422-D5B8-7834EEF73163}"/>
          </ac:spMkLst>
        </pc:spChg>
        <pc:picChg chg="add mod">
          <ac:chgData name="Kirill Shekhurin" userId="5fa3af8f78e1f01f" providerId="LiveId" clId="{1302097B-9B8A-40FC-8B17-BE3F8672F0D4}" dt="2025-11-15T09:52:44.055" v="3"/>
          <ac:picMkLst>
            <pc:docMk/>
            <pc:sldMk cId="3451579625" sldId="297"/>
            <ac:picMk id="4" creationId="{217F9870-64B0-3CD0-26D9-6BFFAD4936BC}"/>
          </ac:picMkLst>
        </pc:picChg>
        <pc:picChg chg="add mod">
          <ac:chgData name="Kirill Shekhurin" userId="5fa3af8f78e1f01f" providerId="LiveId" clId="{1302097B-9B8A-40FC-8B17-BE3F8672F0D4}" dt="2025-11-15T10:07:35.325" v="615" actId="1076"/>
          <ac:picMkLst>
            <pc:docMk/>
            <pc:sldMk cId="3451579625" sldId="297"/>
            <ac:picMk id="6" creationId="{622373BF-B26A-3B8D-6545-D5A0FFB7AA59}"/>
          </ac:picMkLst>
        </pc:picChg>
        <pc:picChg chg="add del mod">
          <ac:chgData name="Kirill Shekhurin" userId="5fa3af8f78e1f01f" providerId="LiveId" clId="{1302097B-9B8A-40FC-8B17-BE3F8672F0D4}" dt="2025-11-15T10:07:05.498" v="606" actId="21"/>
          <ac:picMkLst>
            <pc:docMk/>
            <pc:sldMk cId="3451579625" sldId="297"/>
            <ac:picMk id="8" creationId="{6090979C-97D6-DC92-3FD2-C72B2F2C445D}"/>
          </ac:picMkLst>
        </pc:picChg>
      </pc:sldChg>
      <pc:sldChg chg="new del">
        <pc:chgData name="Kirill Shekhurin" userId="5fa3af8f78e1f01f" providerId="LiveId" clId="{1302097B-9B8A-40FC-8B17-BE3F8672F0D4}" dt="2025-11-15T09:52:31.930" v="1" actId="680"/>
        <pc:sldMkLst>
          <pc:docMk/>
          <pc:sldMk cId="3965996582" sldId="297"/>
        </pc:sldMkLst>
      </pc:sldChg>
      <pc:sldChg chg="addSp delSp modSp new mod">
        <pc:chgData name="Kirill Shekhurin" userId="5fa3af8f78e1f01f" providerId="LiveId" clId="{1302097B-9B8A-40FC-8B17-BE3F8672F0D4}" dt="2025-11-15T10:06:13.702" v="605" actId="20577"/>
        <pc:sldMkLst>
          <pc:docMk/>
          <pc:sldMk cId="464823728" sldId="298"/>
        </pc:sldMkLst>
        <pc:spChg chg="del">
          <ac:chgData name="Kirill Shekhurin" userId="5fa3af8f78e1f01f" providerId="LiveId" clId="{1302097B-9B8A-40FC-8B17-BE3F8672F0D4}" dt="2025-11-15T10:00:59.331" v="114" actId="478"/>
          <ac:spMkLst>
            <pc:docMk/>
            <pc:sldMk cId="464823728" sldId="298"/>
            <ac:spMk id="2" creationId="{75D6FCEE-1881-CE9B-70A4-36D5ED73F017}"/>
          </ac:spMkLst>
        </pc:spChg>
        <pc:spChg chg="del">
          <ac:chgData name="Kirill Shekhurin" userId="5fa3af8f78e1f01f" providerId="LiveId" clId="{1302097B-9B8A-40FC-8B17-BE3F8672F0D4}" dt="2025-11-15T10:00:59.331" v="114" actId="478"/>
          <ac:spMkLst>
            <pc:docMk/>
            <pc:sldMk cId="464823728" sldId="298"/>
            <ac:spMk id="3" creationId="{E4F3D924-5A82-708D-CF73-ABFE424248DD}"/>
          </ac:spMkLst>
        </pc:spChg>
        <pc:spChg chg="del">
          <ac:chgData name="Kirill Shekhurin" userId="5fa3af8f78e1f01f" providerId="LiveId" clId="{1302097B-9B8A-40FC-8B17-BE3F8672F0D4}" dt="2025-11-15T10:00:59.331" v="114" actId="478"/>
          <ac:spMkLst>
            <pc:docMk/>
            <pc:sldMk cId="464823728" sldId="298"/>
            <ac:spMk id="4" creationId="{D13EF1C8-FC61-AB6E-EC5A-0686071EA568}"/>
          </ac:spMkLst>
        </pc:spChg>
        <pc:spChg chg="del">
          <ac:chgData name="Kirill Shekhurin" userId="5fa3af8f78e1f01f" providerId="LiveId" clId="{1302097B-9B8A-40FC-8B17-BE3F8672F0D4}" dt="2025-11-15T10:00:59.331" v="114" actId="478"/>
          <ac:spMkLst>
            <pc:docMk/>
            <pc:sldMk cId="464823728" sldId="298"/>
            <ac:spMk id="5" creationId="{CC450958-B27D-AD1A-3425-CF895C10F8ED}"/>
          </ac:spMkLst>
        </pc:spChg>
        <pc:spChg chg="del">
          <ac:chgData name="Kirill Shekhurin" userId="5fa3af8f78e1f01f" providerId="LiveId" clId="{1302097B-9B8A-40FC-8B17-BE3F8672F0D4}" dt="2025-11-15T10:00:59.331" v="114" actId="478"/>
          <ac:spMkLst>
            <pc:docMk/>
            <pc:sldMk cId="464823728" sldId="298"/>
            <ac:spMk id="6" creationId="{9BC66643-2FBF-E430-2281-5F98BBF4FC67}"/>
          </ac:spMkLst>
        </pc:spChg>
        <pc:spChg chg="add mod">
          <ac:chgData name="Kirill Shekhurin" userId="5fa3af8f78e1f01f" providerId="LiveId" clId="{1302097B-9B8A-40FC-8B17-BE3F8672F0D4}" dt="2025-11-15T10:01:04.562" v="124" actId="20577"/>
          <ac:spMkLst>
            <pc:docMk/>
            <pc:sldMk cId="464823728" sldId="298"/>
            <ac:spMk id="7" creationId="{7C5EF85D-C193-90AA-0304-88EDAE007B33}"/>
          </ac:spMkLst>
        </pc:spChg>
        <pc:spChg chg="add mod">
          <ac:chgData name="Kirill Shekhurin" userId="5fa3af8f78e1f01f" providerId="LiveId" clId="{1302097B-9B8A-40FC-8B17-BE3F8672F0D4}" dt="2025-11-15T10:03:34.973" v="343" actId="20577"/>
          <ac:spMkLst>
            <pc:docMk/>
            <pc:sldMk cId="464823728" sldId="298"/>
            <ac:spMk id="8" creationId="{297252F0-8B97-BD07-140D-8004B7AA8DDC}"/>
          </ac:spMkLst>
        </pc:spChg>
        <pc:spChg chg="add mod">
          <ac:chgData name="Kirill Shekhurin" userId="5fa3af8f78e1f01f" providerId="LiveId" clId="{1302097B-9B8A-40FC-8B17-BE3F8672F0D4}" dt="2025-11-15T10:01:10.891" v="132" actId="20577"/>
          <ac:spMkLst>
            <pc:docMk/>
            <pc:sldMk cId="464823728" sldId="298"/>
            <ac:spMk id="9" creationId="{1451EE19-1AE6-1117-9B0C-0A49ABF55CD7}"/>
          </ac:spMkLst>
        </pc:spChg>
        <pc:spChg chg="add mod">
          <ac:chgData name="Kirill Shekhurin" userId="5fa3af8f78e1f01f" providerId="LiveId" clId="{1302097B-9B8A-40FC-8B17-BE3F8672F0D4}" dt="2025-11-15T10:06:13.702" v="605" actId="20577"/>
          <ac:spMkLst>
            <pc:docMk/>
            <pc:sldMk cId="464823728" sldId="298"/>
            <ac:spMk id="10" creationId="{7283BA2E-ED85-684D-EDD4-0DC927471833}"/>
          </ac:spMkLst>
        </pc:spChg>
      </pc:sldChg>
      <pc:sldChg chg="addSp modSp new mod">
        <pc:chgData name="Kirill Shekhurin" userId="5fa3af8f78e1f01f" providerId="LiveId" clId="{1302097B-9B8A-40FC-8B17-BE3F8672F0D4}" dt="2025-11-15T10:07:16.715" v="611" actId="1076"/>
        <pc:sldMkLst>
          <pc:docMk/>
          <pc:sldMk cId="1159706335" sldId="299"/>
        </pc:sldMkLst>
        <pc:picChg chg="add mod">
          <ac:chgData name="Kirill Shekhurin" userId="5fa3af8f78e1f01f" providerId="LiveId" clId="{1302097B-9B8A-40FC-8B17-BE3F8672F0D4}" dt="2025-11-15T10:07:16.715" v="611" actId="1076"/>
          <ac:picMkLst>
            <pc:docMk/>
            <pc:sldMk cId="1159706335" sldId="299"/>
            <ac:picMk id="8" creationId="{6090979C-97D6-DC92-3FD2-C72B2F2C445D}"/>
          </ac:picMkLst>
        </pc:picChg>
      </pc:sldChg>
      <pc:sldChg chg="addSp delSp modSp new mod">
        <pc:chgData name="Kirill Shekhurin" userId="5fa3af8f78e1f01f" providerId="LiveId" clId="{1302097B-9B8A-40FC-8B17-BE3F8672F0D4}" dt="2025-11-15T10:20:20.341" v="1056" actId="20577"/>
        <pc:sldMkLst>
          <pc:docMk/>
          <pc:sldMk cId="2498462043" sldId="300"/>
        </pc:sldMkLst>
        <pc:spChg chg="mod">
          <ac:chgData name="Kirill Shekhurin" userId="5fa3af8f78e1f01f" providerId="LiveId" clId="{1302097B-9B8A-40FC-8B17-BE3F8672F0D4}" dt="2025-11-15T10:20:20.341" v="1056" actId="20577"/>
          <ac:spMkLst>
            <pc:docMk/>
            <pc:sldMk cId="2498462043" sldId="300"/>
            <ac:spMk id="2" creationId="{509B6565-3775-1BA0-A334-B0574090ECCF}"/>
          </ac:spMkLst>
        </pc:spChg>
        <pc:spChg chg="del">
          <ac:chgData name="Kirill Shekhurin" userId="5fa3af8f78e1f01f" providerId="LiveId" clId="{1302097B-9B8A-40FC-8B17-BE3F8672F0D4}" dt="2025-11-15T10:14:50.255" v="897" actId="478"/>
          <ac:spMkLst>
            <pc:docMk/>
            <pc:sldMk cId="2498462043" sldId="300"/>
            <ac:spMk id="3" creationId="{85F02595-6E21-3FE9-4D49-890A458A8AE9}"/>
          </ac:spMkLst>
        </pc:spChg>
        <pc:spChg chg="add mod">
          <ac:chgData name="Kirill Shekhurin" userId="5fa3af8f78e1f01f" providerId="LiveId" clId="{1302097B-9B8A-40FC-8B17-BE3F8672F0D4}" dt="2025-11-15T10:19:50.309" v="1036" actId="207"/>
          <ac:spMkLst>
            <pc:docMk/>
            <pc:sldMk cId="2498462043" sldId="300"/>
            <ac:spMk id="4" creationId="{9BB4E5A0-DCA0-C938-3C7B-324E98D68B09}"/>
          </ac:spMkLst>
        </pc:spChg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1022259877" sldId="301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3772795035" sldId="302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3587275233" sldId="303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939456223" sldId="304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1905755777" sldId="305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659086027" sldId="306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3140796072" sldId="307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4140682835" sldId="308"/>
        </pc:sldMkLst>
      </pc:sldChg>
      <pc:sldChg chg="add">
        <pc:chgData name="Kirill Shekhurin" userId="5fa3af8f78e1f01f" providerId="LiveId" clId="{1302097B-9B8A-40FC-8B17-BE3F8672F0D4}" dt="2025-11-22T11:42:46.694" v="1060"/>
        <pc:sldMkLst>
          <pc:docMk/>
          <pc:sldMk cId="2938572746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E4BC7-51B3-4DD4-B1A2-61F4400FE29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923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javase/8/docs/api/java/util/Iterator.html#remove--" TargetMode="External"/><Relationship Id="rId3" Type="http://schemas.openxmlformats.org/officeDocument/2006/relationships/hyperlink" Target="https://docs.oracle.com/javase/8/docs/api/java/util/Iterator.html#forEachRemaining-java.util.function.Consumer-" TargetMode="External"/><Relationship Id="rId7" Type="http://schemas.openxmlformats.org/officeDocument/2006/relationships/hyperlink" Target="https://docs.oracle.com/javase/8/docs/api/java/util/Iterator.html#next--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oracle.com/javase/8/docs/api/java/util/Iterator.html#hasNext--" TargetMode="External"/><Relationship Id="rId5" Type="http://schemas.openxmlformats.org/officeDocument/2006/relationships/hyperlink" Target="https://docs.oracle.com/javase/8/docs/api/java/util/Iterator.html" TargetMode="External"/><Relationship Id="rId4" Type="http://schemas.openxmlformats.org/officeDocument/2006/relationships/hyperlink" Target="https://docs.oracle.com/javase/8/docs/api/java/util/function/Consumer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ListIterator.html" TargetMode="External"/><Relationship Id="rId7" Type="http://schemas.openxmlformats.org/officeDocument/2006/relationships/hyperlink" Target="https://docs.oracle.com/javase/8/docs/api/java/util/ListIterator.html#nextIndex--" TargetMode="External"/><Relationship Id="rId2" Type="http://schemas.openxmlformats.org/officeDocument/2006/relationships/hyperlink" Target="https://docs.oracle.com/javase/8/docs/api/java/util/ListIterator.html#add-E-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oracle.com/javase/8/docs/api/java/util/ListIterator.html#next--" TargetMode="External"/><Relationship Id="rId5" Type="http://schemas.openxmlformats.org/officeDocument/2006/relationships/hyperlink" Target="https://docs.oracle.com/javase/8/docs/api/java/util/ListIterator.html#hasPrevious--" TargetMode="External"/><Relationship Id="rId4" Type="http://schemas.openxmlformats.org/officeDocument/2006/relationships/hyperlink" Target="https://docs.oracle.com/javase/8/docs/api/java/util/ListIterator.html#hasNext--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ListIterator.html#previous--" TargetMode="External"/><Relationship Id="rId2" Type="http://schemas.openxmlformats.org/officeDocument/2006/relationships/hyperlink" Target="https://docs.oracle.com/javase/8/docs/api/java/util/ListIterator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oracle.com/javase/8/docs/api/java/util/ListIterator.html#set-E-" TargetMode="External"/><Relationship Id="rId5" Type="http://schemas.openxmlformats.org/officeDocument/2006/relationships/hyperlink" Target="https://docs.oracle.com/javase/8/docs/api/java/util/ListIterator.html#remove--" TargetMode="External"/><Relationship Id="rId4" Type="http://schemas.openxmlformats.org/officeDocument/2006/relationships/hyperlink" Target="https://docs.oracle.com/javase/8/docs/api/java/util/ListIterator.html#previousIndex--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javase/8/docs/api/java/lang/Iterable.html#spliterator--" TargetMode="External"/><Relationship Id="rId3" Type="http://schemas.openxmlformats.org/officeDocument/2006/relationships/hyperlink" Target="https://docs.oracle.com/javase/8/docs/api/java/util/function/Consumer.html" TargetMode="External"/><Relationship Id="rId7" Type="http://schemas.openxmlformats.org/officeDocument/2006/relationships/hyperlink" Target="https://docs.oracle.com/javase/8/docs/api/java/util/Spliterator.html" TargetMode="External"/><Relationship Id="rId2" Type="http://schemas.openxmlformats.org/officeDocument/2006/relationships/hyperlink" Target="https://docs.oracle.com/javase/8/docs/api/java/lang/Iterable.html#forEach-java.util.function.Consumer-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oracle.com/javase/8/docs/api/java/lang/Iterable.html#iterator--" TargetMode="External"/><Relationship Id="rId5" Type="http://schemas.openxmlformats.org/officeDocument/2006/relationships/hyperlink" Target="https://docs.oracle.com/javase/8/docs/api/java/util/Iterator.html" TargetMode="External"/><Relationship Id="rId4" Type="http://schemas.openxmlformats.org/officeDocument/2006/relationships/hyperlink" Target="https://docs.oracle.com/javase/8/docs/api/java/lang/Iterable.html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Spliterator.html#DISTINCT" TargetMode="External"/><Relationship Id="rId2" Type="http://schemas.openxmlformats.org/officeDocument/2006/relationships/hyperlink" Target="https://docs.oracle.com/javase/8/docs/api/java/util/Spliterator.html#CONCURRENT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ocs.oracle.com/javase/8/docs/api/java/util/Spliterator.html#NONNULL" TargetMode="External"/><Relationship Id="rId4" Type="http://schemas.openxmlformats.org/officeDocument/2006/relationships/hyperlink" Target="https://docs.oracle.com/javase/8/docs/api/java/util/Spliterator.html#IMMUTABLE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Spliterator.html#SIZED" TargetMode="External"/><Relationship Id="rId2" Type="http://schemas.openxmlformats.org/officeDocument/2006/relationships/hyperlink" Target="https://docs.oracle.com/javase/8/docs/api/java/util/Spliterator.html#ORDERED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ocs.oracle.com/javase/8/docs/api/java/util/Spliterator.html#SUBSIZED" TargetMode="External"/><Relationship Id="rId4" Type="http://schemas.openxmlformats.org/officeDocument/2006/relationships/hyperlink" Target="https://docs.oracle.com/javase/8/docs/api/java/util/Spliterator.html#SORTED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javase/8/docs/api/java/util/Spliterator.html#getComparator--" TargetMode="External"/><Relationship Id="rId3" Type="http://schemas.openxmlformats.org/officeDocument/2006/relationships/hyperlink" Target="https://docs.oracle.com/javase/8/docs/api/java/util/Spliterator.html#estimateSize--" TargetMode="External"/><Relationship Id="rId7" Type="http://schemas.openxmlformats.org/officeDocument/2006/relationships/hyperlink" Target="https://docs.oracle.com/javase/8/docs/api/java/util/Comparator.html" TargetMode="External"/><Relationship Id="rId2" Type="http://schemas.openxmlformats.org/officeDocument/2006/relationships/hyperlink" Target="https://docs.oracle.com/javase/8/docs/api/java/util/Spliterator.html#characteristics--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oracle.com/javase/8/docs/api/java/util/Spliterator.html" TargetMode="External"/><Relationship Id="rId5" Type="http://schemas.openxmlformats.org/officeDocument/2006/relationships/hyperlink" Target="https://docs.oracle.com/javase/8/docs/api/java/util/function/Consumer.html" TargetMode="External"/><Relationship Id="rId4" Type="http://schemas.openxmlformats.org/officeDocument/2006/relationships/hyperlink" Target="https://docs.oracle.com/javase/8/docs/api/java/util/Spliterator.html#forEachRemaining-java.util.function.Consumer-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Spliterator.html#hasCharacteristics-int-" TargetMode="External"/><Relationship Id="rId7" Type="http://schemas.openxmlformats.org/officeDocument/2006/relationships/hyperlink" Target="https://docs.oracle.com/javase/8/docs/api/java/util/Spliterator.html#trySplit--" TargetMode="External"/><Relationship Id="rId2" Type="http://schemas.openxmlformats.org/officeDocument/2006/relationships/hyperlink" Target="https://docs.oracle.com/javase/8/docs/api/java/util/Spliterator.html#getExactSizeIfKnown--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oracle.com/javase/8/docs/api/java/util/Spliterator.html" TargetMode="External"/><Relationship Id="rId5" Type="http://schemas.openxmlformats.org/officeDocument/2006/relationships/hyperlink" Target="https://docs.oracle.com/javase/8/docs/api/java/util/function/Consumer.html" TargetMode="External"/><Relationship Id="rId4" Type="http://schemas.openxmlformats.org/officeDocument/2006/relationships/hyperlink" Target="https://docs.oracle.com/javase/8/docs/api/java/util/Spliterator.html#tryAdvance-java.util.function.Consumer-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256905/" TargetMode="External"/><Relationship Id="rId2" Type="http://schemas.openxmlformats.org/officeDocument/2006/relationships/hyperlink" Target="https://jenkov.com/tutorials/java-collections/iterator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eeksforgeeks.org/java/java-collection-spliterator-with-examp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en-US" dirty="0"/>
              <a:t>Наблюдатель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r>
              <a:rPr lang="ru-RU" altLang="ru-RU"/>
              <a:t>Проблема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39875"/>
            <a:ext cx="10515600" cy="1534795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Как обеспечить согласованность между связанными объектами в системе, состоящей из независимых, повторно используемых классов, не создавая при этом сильной связности между ними?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877570" y="31019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/>
              <a:t>Решение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916940" y="4364990"/>
            <a:ext cx="10476230" cy="1384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Чтобы поддерживать согласованность между связанными объектами без сильной связности, можно использовать паттерн Observer. Этот паттерн позволяет определить отношение один-ко-многим между объектами: когда один объект изменяет своё состояние, все его зависимые объекты уведомляются и автоматически обновляются.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11810" y="435610"/>
            <a:ext cx="5697855" cy="2850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Subject – </a:t>
            </a:r>
            <a:r>
              <a:rPr lang="en-US" altLang="en-US" dirty="0" err="1"/>
              <a:t>объект</a:t>
            </a:r>
            <a:r>
              <a:rPr lang="en-US" altLang="en-US" dirty="0"/>
              <a:t>, </a:t>
            </a:r>
            <a:r>
              <a:rPr lang="en-US" altLang="en-US" dirty="0" err="1"/>
              <a:t>за</a:t>
            </a:r>
            <a:r>
              <a:rPr lang="en-US" altLang="en-US" dirty="0"/>
              <a:t> </a:t>
            </a:r>
            <a:r>
              <a:rPr lang="en-US" altLang="en-US" dirty="0" err="1"/>
              <a:t>состоянием</a:t>
            </a:r>
            <a:r>
              <a:rPr lang="en-US" altLang="en-US" dirty="0"/>
              <a:t> </a:t>
            </a:r>
            <a:r>
              <a:rPr lang="en-US" altLang="en-US" dirty="0" err="1"/>
              <a:t>которого</a:t>
            </a:r>
            <a:r>
              <a:rPr lang="en-US" altLang="en-US" dirty="0"/>
              <a:t> </a:t>
            </a:r>
            <a:r>
              <a:rPr lang="en-US" altLang="en-US" dirty="0" err="1"/>
              <a:t>следят</a:t>
            </a:r>
            <a:r>
              <a:rPr lang="en-US" altLang="en-US" dirty="0"/>
              <a:t>.</a:t>
            </a:r>
          </a:p>
          <a:p>
            <a:pPr marL="514350" lvl="0" indent="-514350">
              <a:lnSpc>
                <a:spcPct val="90000"/>
              </a:lnSpc>
            </a:pPr>
            <a:r>
              <a:rPr lang="en-US" altLang="en-US" sz="2000" dirty="0" err="1"/>
              <a:t>Может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иметь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любое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количество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зависимых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объектов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наблюдателей</a:t>
            </a:r>
            <a:r>
              <a:rPr lang="en-US" altLang="en-US" sz="2000" dirty="0"/>
              <a:t>).</a:t>
            </a:r>
          </a:p>
          <a:p>
            <a:pPr marL="514350" lvl="0" indent="-514350"/>
            <a:r>
              <a:rPr lang="en-US" altLang="en-US" sz="2000" dirty="0" err="1"/>
              <a:t>Уведомляет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всех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наблюдателей</a:t>
            </a:r>
            <a:r>
              <a:rPr lang="en-US" altLang="en-US" sz="2000" dirty="0"/>
              <a:t> о </a:t>
            </a:r>
            <a:r>
              <a:rPr lang="en-US" altLang="en-US" sz="2000" dirty="0" err="1"/>
              <a:t>любых</a:t>
            </a:r>
            <a:r>
              <a:rPr lang="en-US" altLang="en-US" sz="2000" dirty="0"/>
              <a:t> </a:t>
            </a:r>
            <a:r>
              <a:rPr lang="en-US" altLang="en-US" sz="2000" dirty="0" err="1"/>
              <a:t>изменениях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своего</a:t>
            </a:r>
            <a:r>
              <a:rPr lang="en-US" altLang="en-US" sz="2000" dirty="0"/>
              <a:t> </a:t>
            </a:r>
            <a:r>
              <a:rPr lang="en-US" altLang="en-US" sz="2000" dirty="0" err="1"/>
              <a:t>состояния</a:t>
            </a:r>
            <a:r>
              <a:rPr lang="en-US" altLang="en-US" sz="2000" dirty="0"/>
              <a:t>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096000" y="372745"/>
            <a:ext cx="6096000" cy="2501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en-US" altLang="en-US" sz="2800">
                <a:sym typeface="+mn-ea"/>
              </a:rPr>
              <a:t>Observer – объект, который реагирует на изменения субъекта.</a:t>
            </a:r>
            <a:endParaRPr lang="en-US" altLang="en-US" sz="2800"/>
          </a:p>
          <a:p>
            <a:pPr marL="457200" lvl="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sym typeface="+mn-ea"/>
              </a:rPr>
              <a:t>Подписывается на уведомления субъекта.</a:t>
            </a:r>
          </a:p>
          <a:p>
            <a:pPr marL="457200" lvl="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sym typeface="+mn-ea"/>
              </a:rPr>
              <a:t>При получении уведомления запрашивает у субъекта текущее состояние и синхронизирует своё состояние с ним.</a:t>
            </a:r>
          </a:p>
        </p:txBody>
      </p:sp>
      <p:pic>
        <p:nvPicPr>
          <p:cNvPr id="10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940685"/>
            <a:ext cx="9042400" cy="3442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" y="953135"/>
            <a:ext cx="10205720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6565-3775-1BA0-A334-B057409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не получать</a:t>
            </a:r>
            <a:r>
              <a:rPr lang="en-US" dirty="0"/>
              <a:t> Update </a:t>
            </a:r>
            <a:r>
              <a:rPr lang="ru-RU" dirty="0"/>
              <a:t>на свой</a:t>
            </a:r>
            <a:r>
              <a:rPr lang="en-US" dirty="0"/>
              <a:t> Notify?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9BB4E5A0-DCA0-C938-3C7B-324E98D68B09}"/>
              </a:ext>
            </a:extLst>
          </p:cNvPr>
          <p:cNvSpPr txBox="1"/>
          <p:nvPr/>
        </p:nvSpPr>
        <p:spPr>
          <a:xfrm>
            <a:off x="838200" y="1792102"/>
            <a:ext cx="10847070" cy="41935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  <a:latin typeface="Fira Code" charset="0"/>
                <a:ea typeface="JetBrains Mono"/>
                <a:cs typeface="Fira Code" charset="0"/>
              </a:rPr>
              <a:t>void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Notify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sender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	for(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: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observers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		if(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!=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sender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			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obs.Update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		}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	}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846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9900" y="136525"/>
            <a:ext cx="11347450" cy="1325880"/>
          </a:xfrm>
        </p:spPr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9900" y="1408430"/>
            <a:ext cx="11347450" cy="5041265"/>
          </a:xfrm>
        </p:spPr>
        <p:txBody>
          <a:bodyPr>
            <a:normAutofit fontScale="87500" lnSpcReduction="20000"/>
          </a:bodyPr>
          <a:lstStyle/>
          <a:p>
            <a:pPr marL="514350" indent="-514350">
              <a:buAutoNum type="arabicPeriod"/>
            </a:pPr>
            <a:r>
              <a:rPr lang="en-US" altLang="en-US" dirty="0" err="1"/>
              <a:t>Когда</a:t>
            </a:r>
            <a:r>
              <a:rPr lang="en-US" altLang="en-US" dirty="0"/>
              <a:t> </a:t>
            </a:r>
            <a:r>
              <a:rPr lang="en-US" altLang="en-US" dirty="0" err="1"/>
              <a:t>абстракция</a:t>
            </a:r>
            <a:r>
              <a:rPr lang="en-US" altLang="en-US" dirty="0"/>
              <a:t> </a:t>
            </a:r>
            <a:r>
              <a:rPr lang="en-US" altLang="en-US" dirty="0" err="1"/>
              <a:t>имеет</a:t>
            </a:r>
            <a:r>
              <a:rPr lang="en-US" altLang="en-US" dirty="0"/>
              <a:t> </a:t>
            </a:r>
            <a:r>
              <a:rPr lang="en-US" altLang="en-US" dirty="0" err="1"/>
              <a:t>два</a:t>
            </a:r>
            <a:r>
              <a:rPr lang="en-US" altLang="en-US" dirty="0"/>
              <a:t> </a:t>
            </a:r>
            <a:r>
              <a:rPr lang="en-US" altLang="en-US" dirty="0" err="1"/>
              <a:t>аспекта</a:t>
            </a:r>
            <a:r>
              <a:rPr lang="en-US" altLang="en-US" dirty="0"/>
              <a:t>, </a:t>
            </a:r>
            <a:r>
              <a:rPr lang="en-US" altLang="en-US" dirty="0" err="1"/>
              <a:t>один</a:t>
            </a:r>
            <a:r>
              <a:rPr lang="en-US" altLang="en-US" dirty="0"/>
              <a:t> </a:t>
            </a:r>
            <a:r>
              <a:rPr lang="en-US" altLang="en-US" dirty="0" err="1"/>
              <a:t>из</a:t>
            </a:r>
            <a:r>
              <a:rPr lang="en-US" altLang="en-US" dirty="0"/>
              <a:t> </a:t>
            </a:r>
            <a:r>
              <a:rPr lang="en-US" altLang="en-US" dirty="0" err="1"/>
              <a:t>которых</a:t>
            </a:r>
            <a:r>
              <a:rPr lang="en-US" altLang="en-US" dirty="0"/>
              <a:t> </a:t>
            </a:r>
            <a:r>
              <a:rPr lang="en-US" altLang="en-US" dirty="0" err="1"/>
              <a:t>зависит</a:t>
            </a:r>
            <a:r>
              <a:rPr lang="en-US" altLang="en-US" dirty="0"/>
              <a:t> </a:t>
            </a:r>
            <a:r>
              <a:rPr lang="en-US" altLang="en-US" dirty="0" err="1"/>
              <a:t>от</a:t>
            </a:r>
            <a:r>
              <a:rPr lang="en-US" altLang="en-US" dirty="0"/>
              <a:t> </a:t>
            </a:r>
            <a:r>
              <a:rPr lang="en-US" altLang="en-US" dirty="0" err="1"/>
              <a:t>другого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 err="1"/>
              <a:t>Если</a:t>
            </a:r>
            <a:r>
              <a:rPr lang="en-US" altLang="en-US" dirty="0"/>
              <a:t> </a:t>
            </a:r>
            <a:r>
              <a:rPr lang="en-US" altLang="en-US" dirty="0" err="1"/>
              <a:t>один</a:t>
            </a:r>
            <a:r>
              <a:rPr lang="en-US" altLang="en-US" dirty="0"/>
              <a:t> </a:t>
            </a:r>
            <a:r>
              <a:rPr lang="en-US" altLang="en-US" dirty="0" err="1"/>
              <a:t>аспект</a:t>
            </a:r>
            <a:r>
              <a:rPr lang="en-US" altLang="en-US" dirty="0"/>
              <a:t> </a:t>
            </a:r>
            <a:r>
              <a:rPr lang="en-US" altLang="en-US" dirty="0" err="1"/>
              <a:t>зависит</a:t>
            </a:r>
            <a:r>
              <a:rPr lang="en-US" altLang="en-US" dirty="0"/>
              <a:t> </a:t>
            </a:r>
            <a:r>
              <a:rPr lang="en-US" altLang="en-US" dirty="0" err="1"/>
              <a:t>от</a:t>
            </a:r>
            <a:r>
              <a:rPr lang="en-US" altLang="en-US" dirty="0"/>
              <a:t> </a:t>
            </a:r>
            <a:r>
              <a:rPr lang="en-US" altLang="en-US" dirty="0" err="1"/>
              <a:t>изменений</a:t>
            </a:r>
            <a:r>
              <a:rPr lang="en-US" altLang="en-US" dirty="0"/>
              <a:t> </a:t>
            </a:r>
            <a:r>
              <a:rPr lang="en-US" altLang="en-US" dirty="0" err="1"/>
              <a:t>другого</a:t>
            </a:r>
            <a:r>
              <a:rPr lang="en-US" altLang="en-US" dirty="0"/>
              <a:t>, </a:t>
            </a:r>
            <a:r>
              <a:rPr lang="en-US" altLang="en-US" dirty="0" err="1"/>
              <a:t>разделение</a:t>
            </a:r>
            <a:r>
              <a:rPr lang="en-US" altLang="en-US" dirty="0"/>
              <a:t> </a:t>
            </a:r>
            <a:r>
              <a:rPr lang="en-US" altLang="en-US" dirty="0" err="1"/>
              <a:t>их</a:t>
            </a:r>
            <a:r>
              <a:rPr lang="en-US" altLang="en-US" dirty="0"/>
              <a:t> </a:t>
            </a:r>
            <a:r>
              <a:rPr lang="en-US" altLang="en-US" dirty="0" err="1"/>
              <a:t>на</a:t>
            </a:r>
            <a:r>
              <a:rPr lang="en-US" altLang="en-US" dirty="0"/>
              <a:t> </a:t>
            </a:r>
            <a:r>
              <a:rPr lang="en-US" altLang="en-US" dirty="0" err="1"/>
              <a:t>отдельные</a:t>
            </a:r>
            <a:r>
              <a:rPr lang="en-US" altLang="en-US" dirty="0"/>
              <a:t> </a:t>
            </a:r>
            <a:r>
              <a:rPr lang="en-US" altLang="en-US" dirty="0" err="1"/>
              <a:t>объекты</a:t>
            </a:r>
            <a:r>
              <a:rPr lang="en-US" altLang="en-US" dirty="0"/>
              <a:t> </a:t>
            </a:r>
            <a:r>
              <a:rPr lang="en-US" altLang="en-US" dirty="0" err="1"/>
              <a:t>позволяет</a:t>
            </a:r>
            <a:r>
              <a:rPr lang="en-US" altLang="en-US" dirty="0"/>
              <a:t> </a:t>
            </a:r>
            <a:r>
              <a:rPr lang="en-US" altLang="en-US" dirty="0" err="1"/>
              <a:t>управлять</a:t>
            </a:r>
            <a:r>
              <a:rPr lang="en-US" altLang="en-US" dirty="0"/>
              <a:t> </a:t>
            </a:r>
            <a:r>
              <a:rPr lang="en-US" altLang="en-US" dirty="0" err="1"/>
              <a:t>ими</a:t>
            </a:r>
            <a:r>
              <a:rPr lang="en-US" altLang="en-US" dirty="0"/>
              <a:t> </a:t>
            </a:r>
            <a:r>
              <a:rPr lang="en-US" altLang="en-US" dirty="0" err="1"/>
              <a:t>независимо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Observer </a:t>
            </a:r>
            <a:r>
              <a:rPr lang="en-US" altLang="en-US" dirty="0" err="1"/>
              <a:t>обеспечивает</a:t>
            </a:r>
            <a:r>
              <a:rPr lang="en-US" altLang="en-US" dirty="0"/>
              <a:t> </a:t>
            </a:r>
            <a:r>
              <a:rPr lang="en-US" altLang="en-US" dirty="0" err="1"/>
              <a:t>автоматическую</a:t>
            </a:r>
            <a:r>
              <a:rPr lang="en-US" altLang="en-US" dirty="0"/>
              <a:t> </a:t>
            </a:r>
            <a:r>
              <a:rPr lang="en-US" altLang="en-US" dirty="0" err="1"/>
              <a:t>синхронизацию</a:t>
            </a:r>
            <a:r>
              <a:rPr lang="en-US" altLang="en-US" dirty="0"/>
              <a:t> </a:t>
            </a:r>
            <a:r>
              <a:rPr lang="en-US" altLang="en-US" dirty="0" err="1"/>
              <a:t>зависимого</a:t>
            </a:r>
            <a:r>
              <a:rPr lang="en-US" altLang="en-US" dirty="0"/>
              <a:t> </a:t>
            </a:r>
            <a:r>
              <a:rPr lang="en-US" altLang="en-US" dirty="0" err="1"/>
              <a:t>аспекта</a:t>
            </a:r>
            <a:r>
              <a:rPr lang="en-US" altLang="en-US" dirty="0"/>
              <a:t> с </a:t>
            </a:r>
            <a:r>
              <a:rPr lang="en-US" altLang="en-US" dirty="0" err="1"/>
              <a:t>изменениями</a:t>
            </a:r>
            <a:r>
              <a:rPr lang="en-US" altLang="en-US" dirty="0"/>
              <a:t> </a:t>
            </a:r>
            <a:r>
              <a:rPr lang="en-US" altLang="en-US" dirty="0" err="1"/>
              <a:t>основного</a:t>
            </a:r>
            <a:r>
              <a:rPr lang="en-US" altLang="en-US" dirty="0"/>
              <a:t>, </a:t>
            </a:r>
            <a:r>
              <a:rPr lang="en-US" altLang="en-US" dirty="0" err="1"/>
              <a:t>не</a:t>
            </a:r>
            <a:r>
              <a:rPr lang="en-US" altLang="en-US" dirty="0"/>
              <a:t> </a:t>
            </a:r>
            <a:r>
              <a:rPr lang="en-US" altLang="en-US" dirty="0" err="1"/>
              <a:t>связывая</a:t>
            </a:r>
            <a:r>
              <a:rPr lang="en-US" altLang="en-US" dirty="0"/>
              <a:t> </a:t>
            </a:r>
            <a:r>
              <a:rPr lang="en-US" altLang="en-US" dirty="0" err="1"/>
              <a:t>их</a:t>
            </a:r>
            <a:r>
              <a:rPr lang="en-US" altLang="en-US" dirty="0"/>
              <a:t> </a:t>
            </a:r>
            <a:r>
              <a:rPr lang="en-US" altLang="en-US" dirty="0" err="1"/>
              <a:t>напрямую</a:t>
            </a:r>
            <a:r>
              <a:rPr lang="en-US" altLang="en-US" dirty="0"/>
              <a:t>.</a:t>
            </a:r>
          </a:p>
          <a:p>
            <a:pPr marL="514350" lvl="0" indent="-514350">
              <a:buAutoNum type="arabicPeriod"/>
            </a:pPr>
            <a:r>
              <a:rPr lang="en-US" altLang="en-US" dirty="0" err="1"/>
              <a:t>Когда</a:t>
            </a:r>
            <a:r>
              <a:rPr lang="en-US" altLang="en-US" dirty="0"/>
              <a:t> </a:t>
            </a:r>
            <a:r>
              <a:rPr lang="en-US" altLang="en-US" dirty="0" err="1"/>
              <a:t>изменение</a:t>
            </a:r>
            <a:r>
              <a:rPr lang="en-US" altLang="en-US" dirty="0"/>
              <a:t> </a:t>
            </a:r>
            <a:r>
              <a:rPr lang="en-US" altLang="en-US" dirty="0" err="1"/>
              <a:t>одного</a:t>
            </a:r>
            <a:r>
              <a:rPr lang="en-US" altLang="en-US" dirty="0"/>
              <a:t> </a:t>
            </a:r>
            <a:r>
              <a:rPr lang="en-US" altLang="en-US" dirty="0" err="1"/>
              <a:t>объекта</a:t>
            </a:r>
            <a:r>
              <a:rPr lang="en-US" altLang="en-US" dirty="0"/>
              <a:t> </a:t>
            </a:r>
            <a:r>
              <a:rPr lang="en-US" altLang="en-US" dirty="0" err="1"/>
              <a:t>требует</a:t>
            </a:r>
            <a:r>
              <a:rPr lang="en-US" altLang="en-US" dirty="0"/>
              <a:t> </a:t>
            </a:r>
            <a:r>
              <a:rPr lang="en-US" altLang="en-US" dirty="0" err="1"/>
              <a:t>изменения</a:t>
            </a:r>
            <a:r>
              <a:rPr lang="en-US" altLang="en-US" dirty="0"/>
              <a:t> </a:t>
            </a:r>
            <a:r>
              <a:rPr lang="en-US" altLang="en-US" dirty="0" err="1"/>
              <a:t>других</a:t>
            </a:r>
            <a:r>
              <a:rPr lang="en-US" altLang="en-US" dirty="0"/>
              <a:t>, и </a:t>
            </a:r>
            <a:r>
              <a:rPr lang="en-US" altLang="en-US" dirty="0" err="1"/>
              <a:t>неизвестно</a:t>
            </a:r>
            <a:r>
              <a:rPr lang="en-US" altLang="en-US" dirty="0"/>
              <a:t>, </a:t>
            </a:r>
            <a:r>
              <a:rPr lang="en-US" altLang="en-US" dirty="0" err="1"/>
              <a:t>сколько</a:t>
            </a:r>
            <a:r>
              <a:rPr lang="en-US" altLang="en-US" dirty="0"/>
              <a:t> </a:t>
            </a:r>
            <a:r>
              <a:rPr lang="en-US" altLang="en-US" dirty="0" err="1"/>
              <a:t>объектов</a:t>
            </a:r>
            <a:r>
              <a:rPr lang="en-US" altLang="en-US" dirty="0"/>
              <a:t> </a:t>
            </a:r>
            <a:r>
              <a:rPr lang="en-US" altLang="en-US" dirty="0" err="1"/>
              <a:t>нужно</a:t>
            </a:r>
            <a:r>
              <a:rPr lang="en-US" altLang="en-US" dirty="0"/>
              <a:t> </a:t>
            </a:r>
            <a:r>
              <a:rPr lang="en-US" altLang="en-US" dirty="0" err="1"/>
              <a:t>изменить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Observer </a:t>
            </a:r>
            <a:r>
              <a:rPr lang="en-US" altLang="en-US" dirty="0" err="1"/>
              <a:t>позволяет</a:t>
            </a:r>
            <a:r>
              <a:rPr lang="en-US" altLang="en-US" dirty="0"/>
              <a:t> </a:t>
            </a:r>
            <a:r>
              <a:rPr lang="en-US" altLang="en-US" dirty="0" err="1"/>
              <a:t>любому</a:t>
            </a:r>
            <a:r>
              <a:rPr lang="en-US" altLang="en-US" dirty="0"/>
              <a:t> </a:t>
            </a:r>
            <a:r>
              <a:rPr lang="en-US" altLang="en-US" dirty="0" err="1"/>
              <a:t>числу</a:t>
            </a:r>
            <a:r>
              <a:rPr lang="en-US" altLang="en-US" dirty="0"/>
              <a:t> </a:t>
            </a:r>
            <a:r>
              <a:rPr lang="en-US" altLang="en-US" dirty="0" err="1"/>
              <a:t>объектов</a:t>
            </a:r>
            <a:r>
              <a:rPr lang="en-US" altLang="en-US" dirty="0"/>
              <a:t> </a:t>
            </a:r>
            <a:r>
              <a:rPr lang="en-US" altLang="en-US" dirty="0" err="1"/>
              <a:t>подписаться</a:t>
            </a:r>
            <a:r>
              <a:rPr lang="en-US" altLang="en-US" dirty="0"/>
              <a:t> </a:t>
            </a:r>
            <a:r>
              <a:rPr lang="en-US" altLang="en-US" dirty="0" err="1"/>
              <a:t>на</a:t>
            </a:r>
            <a:r>
              <a:rPr lang="en-US" altLang="en-US" dirty="0"/>
              <a:t> </a:t>
            </a:r>
            <a:r>
              <a:rPr lang="en-US" altLang="en-US" dirty="0" err="1"/>
              <a:t>уведомления</a:t>
            </a:r>
            <a:r>
              <a:rPr lang="en-US" altLang="en-US" dirty="0"/>
              <a:t> о </a:t>
            </a:r>
            <a:r>
              <a:rPr lang="en-US" altLang="en-US" dirty="0" err="1"/>
              <a:t>изменениях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Субъект</a:t>
            </a:r>
            <a:r>
              <a:rPr lang="en-US" altLang="en-US" dirty="0"/>
              <a:t> </a:t>
            </a:r>
            <a:r>
              <a:rPr lang="en-US" altLang="en-US" dirty="0" err="1"/>
              <a:t>не</a:t>
            </a:r>
            <a:r>
              <a:rPr lang="en-US" altLang="en-US" dirty="0"/>
              <a:t> </a:t>
            </a:r>
            <a:r>
              <a:rPr lang="en-US" altLang="en-US" dirty="0" err="1"/>
              <a:t>заботится</a:t>
            </a:r>
            <a:r>
              <a:rPr lang="en-US" altLang="en-US" dirty="0"/>
              <a:t> о </a:t>
            </a:r>
            <a:r>
              <a:rPr lang="en-US" altLang="en-US" dirty="0" err="1"/>
              <a:t>количестве</a:t>
            </a:r>
            <a:r>
              <a:rPr lang="en-US" altLang="en-US" dirty="0"/>
              <a:t> </a:t>
            </a:r>
            <a:r>
              <a:rPr lang="en-US" altLang="en-US" dirty="0" err="1"/>
              <a:t>наблюдателей</a:t>
            </a:r>
            <a:r>
              <a:rPr lang="en-US" altLang="en-US" dirty="0"/>
              <a:t> — </a:t>
            </a:r>
            <a:r>
              <a:rPr lang="en-US" altLang="en-US" dirty="0" err="1"/>
              <a:t>все</a:t>
            </a:r>
            <a:r>
              <a:rPr lang="en-US" altLang="en-US" dirty="0"/>
              <a:t> </a:t>
            </a:r>
            <a:r>
              <a:rPr lang="en-US" altLang="en-US" dirty="0" err="1"/>
              <a:t>подписанные</a:t>
            </a:r>
            <a:r>
              <a:rPr lang="en-US" altLang="en-US" dirty="0"/>
              <a:t> </a:t>
            </a:r>
            <a:r>
              <a:rPr lang="en-US" altLang="en-US" dirty="0" err="1"/>
              <a:t>объекты</a:t>
            </a:r>
            <a:r>
              <a:rPr lang="en-US" altLang="en-US" dirty="0"/>
              <a:t> </a:t>
            </a:r>
            <a:r>
              <a:rPr lang="en-US" altLang="en-US" dirty="0" err="1"/>
              <a:t>получают</a:t>
            </a:r>
            <a:r>
              <a:rPr lang="en-US" altLang="en-US" dirty="0"/>
              <a:t> </a:t>
            </a:r>
            <a:r>
              <a:rPr lang="en-US" altLang="en-US" dirty="0" err="1"/>
              <a:t>уведомления</a:t>
            </a:r>
            <a:r>
              <a:rPr lang="en-US" altLang="en-US" dirty="0"/>
              <a:t> </a:t>
            </a:r>
            <a:r>
              <a:rPr lang="en-US" altLang="en-US" dirty="0" err="1"/>
              <a:t>автоматически</a:t>
            </a:r>
            <a:r>
              <a:rPr lang="en-US" altLang="en-US" dirty="0"/>
              <a:t>.</a:t>
            </a:r>
          </a:p>
          <a:p>
            <a:pPr marL="514350" lvl="0" indent="-514350">
              <a:buAutoNum type="arabicPeriod"/>
            </a:pPr>
            <a:r>
              <a:rPr lang="en-US" altLang="en-US" dirty="0" err="1"/>
              <a:t>Когда</a:t>
            </a:r>
            <a:r>
              <a:rPr lang="en-US" altLang="en-US" dirty="0"/>
              <a:t> </a:t>
            </a:r>
            <a:r>
              <a:rPr lang="en-US" altLang="en-US" dirty="0" err="1"/>
              <a:t>объект</a:t>
            </a:r>
            <a:r>
              <a:rPr lang="en-US" altLang="en-US" dirty="0"/>
              <a:t> </a:t>
            </a:r>
            <a:r>
              <a:rPr lang="en-US" altLang="en-US" dirty="0" err="1"/>
              <a:t>должен</a:t>
            </a:r>
            <a:r>
              <a:rPr lang="en-US" altLang="en-US" dirty="0"/>
              <a:t> </a:t>
            </a:r>
            <a:r>
              <a:rPr lang="en-US" altLang="en-US" dirty="0" err="1"/>
              <a:t>уведомлять</a:t>
            </a:r>
            <a:r>
              <a:rPr lang="en-US" altLang="en-US" dirty="0"/>
              <a:t> </a:t>
            </a:r>
            <a:r>
              <a:rPr lang="en-US" altLang="en-US" dirty="0" err="1"/>
              <a:t>другие</a:t>
            </a:r>
            <a:r>
              <a:rPr lang="en-US" altLang="en-US" dirty="0"/>
              <a:t> </a:t>
            </a:r>
            <a:r>
              <a:rPr lang="en-US" altLang="en-US" dirty="0" err="1"/>
              <a:t>объекты</a:t>
            </a:r>
            <a:r>
              <a:rPr lang="en-US" altLang="en-US" dirty="0"/>
              <a:t> </a:t>
            </a:r>
            <a:r>
              <a:rPr lang="en-US" altLang="en-US" dirty="0" err="1"/>
              <a:t>без</a:t>
            </a:r>
            <a:r>
              <a:rPr lang="en-US" altLang="en-US" dirty="0"/>
              <a:t> </a:t>
            </a:r>
            <a:r>
              <a:rPr lang="en-US" altLang="en-US" dirty="0" err="1"/>
              <a:t>предположений</a:t>
            </a:r>
            <a:r>
              <a:rPr lang="en-US" altLang="en-US" dirty="0"/>
              <a:t> о </a:t>
            </a:r>
            <a:r>
              <a:rPr lang="en-US" altLang="en-US" dirty="0" err="1"/>
              <a:t>том</a:t>
            </a:r>
            <a:r>
              <a:rPr lang="en-US" altLang="en-US" dirty="0"/>
              <a:t>, </a:t>
            </a:r>
            <a:r>
              <a:rPr lang="en-US" altLang="en-US" dirty="0" err="1"/>
              <a:t>кто</a:t>
            </a:r>
            <a:r>
              <a:rPr lang="en-US" altLang="en-US" dirty="0"/>
              <a:t> </a:t>
            </a:r>
            <a:r>
              <a:rPr lang="en-US" altLang="en-US" dirty="0" err="1"/>
              <a:t>они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Observer </a:t>
            </a:r>
            <a:r>
              <a:rPr lang="en-US" altLang="en-US" dirty="0" err="1"/>
              <a:t>устраняет</a:t>
            </a:r>
            <a:r>
              <a:rPr lang="en-US" altLang="en-US" dirty="0"/>
              <a:t> </a:t>
            </a:r>
            <a:r>
              <a:rPr lang="en-US" altLang="en-US" dirty="0" err="1"/>
              <a:t>тесную</a:t>
            </a:r>
            <a:r>
              <a:rPr lang="en-US" altLang="en-US" dirty="0"/>
              <a:t> </a:t>
            </a:r>
            <a:r>
              <a:rPr lang="en-US" altLang="en-US" dirty="0" err="1"/>
              <a:t>связность</a:t>
            </a:r>
            <a:r>
              <a:rPr lang="en-US" altLang="en-US" dirty="0"/>
              <a:t> </a:t>
            </a:r>
            <a:r>
              <a:rPr lang="en-US" altLang="en-US" dirty="0" err="1"/>
              <a:t>между</a:t>
            </a:r>
            <a:r>
              <a:rPr lang="en-US" altLang="en-US" dirty="0"/>
              <a:t> </a:t>
            </a:r>
            <a:r>
              <a:rPr lang="en-US" altLang="en-US" dirty="0" err="1"/>
              <a:t>объектами</a:t>
            </a:r>
            <a:r>
              <a:rPr lang="en-US" altLang="en-US" dirty="0"/>
              <a:t>: </a:t>
            </a:r>
            <a:r>
              <a:rPr lang="en-US" altLang="en-US" dirty="0" err="1"/>
              <a:t>субъект</a:t>
            </a:r>
            <a:r>
              <a:rPr lang="en-US" altLang="en-US" dirty="0"/>
              <a:t> </a:t>
            </a:r>
            <a:r>
              <a:rPr lang="en-US" altLang="en-US" dirty="0" err="1"/>
              <a:t>просто</a:t>
            </a:r>
            <a:r>
              <a:rPr lang="en-US" altLang="en-US" dirty="0"/>
              <a:t> </a:t>
            </a:r>
            <a:r>
              <a:rPr lang="en-US" altLang="en-US" dirty="0" err="1"/>
              <a:t>публикует</a:t>
            </a:r>
            <a:r>
              <a:rPr lang="en-US" altLang="en-US" dirty="0"/>
              <a:t> </a:t>
            </a:r>
            <a:r>
              <a:rPr lang="en-US" altLang="en-US" dirty="0" err="1"/>
              <a:t>события</a:t>
            </a:r>
            <a:r>
              <a:rPr lang="en-US" altLang="en-US" dirty="0"/>
              <a:t>, а </a:t>
            </a:r>
            <a:r>
              <a:rPr lang="en-US" altLang="en-US" dirty="0" err="1"/>
              <a:t>наблюдатели</a:t>
            </a:r>
            <a:r>
              <a:rPr lang="en-US" altLang="en-US" dirty="0"/>
              <a:t> </a:t>
            </a:r>
            <a:r>
              <a:rPr lang="en-US" altLang="en-US" dirty="0" err="1"/>
              <a:t>решают</a:t>
            </a:r>
            <a:r>
              <a:rPr lang="en-US" altLang="en-US" dirty="0"/>
              <a:t>, </a:t>
            </a:r>
            <a:r>
              <a:rPr lang="en-US" altLang="en-US" dirty="0" err="1"/>
              <a:t>что</a:t>
            </a:r>
            <a:r>
              <a:rPr lang="en-US" altLang="en-US" dirty="0"/>
              <a:t> </a:t>
            </a:r>
            <a:r>
              <a:rPr lang="en-US" altLang="en-US" dirty="0" err="1"/>
              <a:t>делать</a:t>
            </a:r>
            <a:r>
              <a:rPr lang="en-US" altLang="en-US" dirty="0"/>
              <a:t> с </a:t>
            </a:r>
            <a:r>
              <a:rPr lang="en-US" altLang="en-US" dirty="0" err="1"/>
              <a:t>уведомлением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Это</a:t>
            </a:r>
            <a:r>
              <a:rPr lang="en-US" altLang="en-US" dirty="0"/>
              <a:t> </a:t>
            </a:r>
            <a:r>
              <a:rPr lang="en-US" altLang="en-US" dirty="0" err="1"/>
              <a:t>повышает</a:t>
            </a:r>
            <a:r>
              <a:rPr lang="en-US" altLang="en-US" dirty="0"/>
              <a:t> </a:t>
            </a:r>
            <a:r>
              <a:rPr lang="en-US" altLang="en-US" dirty="0" err="1"/>
              <a:t>гибкость</a:t>
            </a:r>
            <a:r>
              <a:rPr lang="en-US" altLang="en-US" dirty="0"/>
              <a:t> </a:t>
            </a:r>
            <a:r>
              <a:rPr lang="en-US" altLang="en-US" dirty="0" err="1"/>
              <a:t>системы</a:t>
            </a:r>
            <a:r>
              <a:rPr lang="en-US" altLang="en-US" dirty="0"/>
              <a:t> и </a:t>
            </a:r>
            <a:r>
              <a:rPr lang="en-US" altLang="en-US" dirty="0" err="1"/>
              <a:t>облегчает</a:t>
            </a:r>
            <a:r>
              <a:rPr lang="en-US" altLang="en-US" dirty="0"/>
              <a:t> </a:t>
            </a:r>
            <a:r>
              <a:rPr lang="en-US" altLang="en-US" dirty="0" err="1"/>
              <a:t>добавление</a:t>
            </a:r>
            <a:r>
              <a:rPr lang="en-US" altLang="en-US" dirty="0"/>
              <a:t> </a:t>
            </a:r>
            <a:r>
              <a:rPr lang="en-US" altLang="en-US" dirty="0" err="1"/>
              <a:t>новых</a:t>
            </a:r>
            <a:r>
              <a:rPr lang="en-US" altLang="en-US" dirty="0"/>
              <a:t> </a:t>
            </a:r>
            <a:r>
              <a:rPr lang="en-US" altLang="en-US" dirty="0" err="1"/>
              <a:t>наблюдателей</a:t>
            </a:r>
            <a:r>
              <a:rPr lang="en-US" altLang="en-US" dirty="0"/>
              <a:t> </a:t>
            </a:r>
            <a:r>
              <a:rPr lang="en-US" altLang="en-US" dirty="0" err="1"/>
              <a:t>без</a:t>
            </a:r>
            <a:r>
              <a:rPr lang="en-US" altLang="en-US" dirty="0"/>
              <a:t> </a:t>
            </a:r>
            <a:r>
              <a:rPr lang="en-US" altLang="en-US" dirty="0" err="1"/>
              <a:t>изменения</a:t>
            </a:r>
            <a:r>
              <a:rPr lang="en-US" altLang="en-US" dirty="0"/>
              <a:t> </a:t>
            </a:r>
            <a:r>
              <a:rPr lang="en-US" altLang="en-US" dirty="0" err="1"/>
              <a:t>субъекта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9788" y="46673"/>
            <a:ext cx="5157787" cy="823912"/>
          </a:xfrm>
        </p:spPr>
        <p:txBody>
          <a:bodyPr/>
          <a:lstStyle/>
          <a:p>
            <a:r>
              <a:rPr lang="ru-RU" altLang="en-US" sz="3200" b="0" dirty="0"/>
              <a:t>Плюсы</a:t>
            </a:r>
            <a:r>
              <a:rPr lang="ru-RU" altLang="en-US" sz="2800" b="0" dirty="0"/>
              <a:t>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40105" y="961390"/>
            <a:ext cx="5157470" cy="5228590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 dirty="0" err="1"/>
              <a:t>Абстрактная</a:t>
            </a:r>
            <a:r>
              <a:rPr lang="en-US" altLang="en-US" dirty="0"/>
              <a:t> </a:t>
            </a:r>
            <a:r>
              <a:rPr lang="en-US" altLang="en-US" dirty="0" err="1"/>
              <a:t>связь</a:t>
            </a:r>
            <a:r>
              <a:rPr lang="en-US" altLang="en-US" dirty="0"/>
              <a:t> </a:t>
            </a:r>
            <a:r>
              <a:rPr lang="en-US" altLang="en-US" dirty="0" err="1"/>
              <a:t>между</a:t>
            </a:r>
            <a:r>
              <a:rPr lang="en-US" altLang="en-US" dirty="0"/>
              <a:t> </a:t>
            </a:r>
            <a:r>
              <a:rPr lang="en-US" altLang="en-US" dirty="0" err="1"/>
              <a:t>субъектом</a:t>
            </a:r>
            <a:r>
              <a:rPr lang="en-US" altLang="en-US" dirty="0"/>
              <a:t> и </a:t>
            </a:r>
            <a:r>
              <a:rPr lang="en-US" altLang="en-US" dirty="0" err="1"/>
              <a:t>наблюдателем</a:t>
            </a:r>
            <a:endParaRPr lang="en-US" altLang="en-US" dirty="0"/>
          </a:p>
          <a:p>
            <a:pPr lvl="1"/>
            <a:r>
              <a:rPr lang="en-US" altLang="en-US" dirty="0" err="1"/>
              <a:t>Независимое</a:t>
            </a:r>
            <a:r>
              <a:rPr lang="en-US" altLang="en-US" dirty="0"/>
              <a:t> </a:t>
            </a:r>
            <a:r>
              <a:rPr lang="en-US" altLang="en-US" dirty="0" err="1"/>
              <a:t>изменение</a:t>
            </a:r>
            <a:r>
              <a:rPr lang="en-US" altLang="en-US" dirty="0"/>
              <a:t> </a:t>
            </a:r>
          </a:p>
          <a:p>
            <a:pPr lvl="1"/>
            <a:r>
              <a:rPr lang="ru-RU" altLang="en-US" dirty="0"/>
              <a:t>П</a:t>
            </a:r>
            <a:r>
              <a:rPr lang="en-US" altLang="en-US" dirty="0" err="1"/>
              <a:t>овторное</a:t>
            </a:r>
            <a:r>
              <a:rPr lang="en-US" altLang="en-US" dirty="0"/>
              <a:t> </a:t>
            </a:r>
            <a:r>
              <a:rPr lang="en-US" altLang="en-US" dirty="0" err="1"/>
              <a:t>использование</a:t>
            </a:r>
            <a:r>
              <a:rPr lang="en-US" altLang="en-US" dirty="0"/>
              <a:t> </a:t>
            </a:r>
            <a:r>
              <a:rPr lang="en-US" altLang="en-US" dirty="0" err="1"/>
              <a:t>субъектов</a:t>
            </a:r>
            <a:r>
              <a:rPr lang="en-US" altLang="en-US" dirty="0"/>
              <a:t> и </a:t>
            </a:r>
            <a:r>
              <a:rPr lang="en-US" altLang="en-US" dirty="0" err="1"/>
              <a:t>наблюдателей</a:t>
            </a:r>
            <a:endParaRPr lang="en-US" altLang="en-US" dirty="0"/>
          </a:p>
          <a:p>
            <a:pPr marL="514350" indent="-514350">
              <a:buAutoNum type="arabicPeriod"/>
            </a:pPr>
            <a:r>
              <a:rPr lang="en-US" altLang="en-US" dirty="0" err="1"/>
              <a:t>Поддержка</a:t>
            </a:r>
            <a:r>
              <a:rPr lang="en-US" altLang="en-US" dirty="0"/>
              <a:t> </a:t>
            </a:r>
            <a:r>
              <a:rPr lang="en-US" altLang="en-US" dirty="0" err="1"/>
              <a:t>широковещательной</a:t>
            </a:r>
            <a:r>
              <a:rPr lang="en-US" altLang="en-US" dirty="0"/>
              <a:t> </a:t>
            </a:r>
            <a:r>
              <a:rPr lang="en-US" altLang="en-US" dirty="0" err="1"/>
              <a:t>коммуникации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72200" y="46673"/>
            <a:ext cx="5183188" cy="823912"/>
          </a:xfrm>
        </p:spPr>
        <p:txBody>
          <a:bodyPr/>
          <a:lstStyle/>
          <a:p>
            <a:r>
              <a:rPr lang="ru-RU" altLang="en-US" sz="3200" b="0"/>
              <a:t>Минусы: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72200" y="961390"/>
            <a:ext cx="5183505" cy="522859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en-US"/>
              <a:t>Неожиданные обновления</a:t>
            </a:r>
          </a:p>
          <a:p>
            <a:pPr lvl="1"/>
            <a:r>
              <a:rPr lang="en-US" altLang="en-US"/>
              <a:t>Наблюдатели не знают друг о друге, поэтому изменение субъекта может вызвать цепочку обновлений, последствия которой трудно предсказать.</a:t>
            </a:r>
          </a:p>
          <a:p>
            <a:pPr marL="514350" indent="-514350">
              <a:buAutoNum type="arabicPeriod"/>
            </a:pPr>
            <a:r>
              <a:rPr lang="en-US" altLang="en-US"/>
              <a:t>Отсутствие информации о том, что именно изменилось</a:t>
            </a:r>
          </a:p>
          <a:p>
            <a:pPr lvl="1"/>
            <a:r>
              <a:rPr lang="en-US" altLang="en-US"/>
              <a:t>Наблюдателям приходится самим определять, что изменилось, что может усложнять работу и снижать производительность.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0DE7-B9F9-70BE-D292-0EA9BB1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Publisher Subscriber</a:t>
            </a:r>
          </a:p>
        </p:txBody>
      </p:sp>
      <p:pic>
        <p:nvPicPr>
          <p:cNvPr id="6" name="Picture 5" descr="A diagram of a subscriber&#10;&#10;AI-generated content may be incorrect.">
            <a:extLst>
              <a:ext uri="{FF2B5EF4-FFF2-40B4-BE49-F238E27FC236}">
                <a16:creationId xmlns:a16="http://schemas.microsoft.com/office/drawing/2014/main" id="{622373BF-B26A-3B8D-6545-D5A0FFB7A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177" y="1542686"/>
            <a:ext cx="5048645" cy="4546118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51F9684-A744-C422-D5B8-7834EEF73163}"/>
              </a:ext>
            </a:extLst>
          </p:cNvPr>
          <p:cNvSpPr txBox="1">
            <a:spLocks/>
          </p:cNvSpPr>
          <p:nvPr/>
        </p:nvSpPr>
        <p:spPr>
          <a:xfrm>
            <a:off x="453323" y="1542686"/>
            <a:ext cx="5398838" cy="44545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Publisher – </a:t>
            </a:r>
            <a:r>
              <a:rPr lang="ru-RU" altLang="en-US" dirty="0"/>
              <a:t>отправляет сообщения в брокер</a:t>
            </a:r>
            <a:r>
              <a:rPr lang="en-US" altLang="en-US" dirty="0"/>
              <a:t>.</a:t>
            </a:r>
            <a:endParaRPr lang="ru-RU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 err="1"/>
              <a:t>MessageBroker</a:t>
            </a:r>
            <a:r>
              <a:rPr lang="en-US" altLang="en-US" dirty="0"/>
              <a:t> — </a:t>
            </a:r>
            <a:r>
              <a:rPr lang="ru-RU" altLang="en-US" dirty="0"/>
              <a:t>посредник между </a:t>
            </a:r>
            <a:r>
              <a:rPr lang="en-US" altLang="en-US" dirty="0"/>
              <a:t>Publisher </a:t>
            </a:r>
            <a:r>
              <a:rPr lang="ru-RU" altLang="en-US" dirty="0"/>
              <a:t>и </a:t>
            </a:r>
            <a:r>
              <a:rPr lang="en-US" altLang="en-US" dirty="0"/>
              <a:t>Subscriber, </a:t>
            </a:r>
            <a:r>
              <a:rPr lang="ru-RU" altLang="en-US" dirty="0"/>
              <a:t>позволяет им не зависит друг от друга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Subscriber — </a:t>
            </a:r>
            <a:r>
              <a:rPr lang="ru-RU" altLang="en-US" dirty="0"/>
              <a:t>получает сообщения, которые поступили в </a:t>
            </a:r>
            <a:r>
              <a:rPr lang="en-US" altLang="en-US" dirty="0" err="1"/>
              <a:t>MessageBroker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51579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090979C-97D6-DC92-3FD2-C72B2F2C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311" y="618610"/>
            <a:ext cx="10565377" cy="562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0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5EF85D-C193-90AA-0304-88EDAE007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46673"/>
            <a:ext cx="5157787" cy="823912"/>
          </a:xfrm>
        </p:spPr>
        <p:txBody>
          <a:bodyPr/>
          <a:lstStyle/>
          <a:p>
            <a:r>
              <a:rPr lang="en-US" altLang="en-US" sz="2800" b="0" dirty="0"/>
              <a:t>Observer</a:t>
            </a:r>
            <a:r>
              <a:rPr lang="ru-RU" altLang="en-US" sz="2800" b="0" dirty="0"/>
              <a:t>: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97252F0-8B97-BD07-140D-8004B7AA8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105" y="961390"/>
            <a:ext cx="5157470" cy="522859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en-US" dirty="0"/>
              <a:t>Subject </a:t>
            </a:r>
            <a:r>
              <a:rPr lang="ru-RU" altLang="en-US" dirty="0"/>
              <a:t>знает об </a:t>
            </a:r>
            <a:r>
              <a:rPr lang="en-US" altLang="en-US" dirty="0"/>
              <a:t>Observer</a:t>
            </a:r>
          </a:p>
          <a:p>
            <a:pPr marL="514350" indent="-514350">
              <a:buAutoNum type="arabicPeriod"/>
            </a:pPr>
            <a:r>
              <a:rPr lang="en-US" altLang="en-US" dirty="0"/>
              <a:t>Observer</a:t>
            </a:r>
            <a:r>
              <a:rPr lang="ru-RU" altLang="en-US" dirty="0"/>
              <a:t> знает об </a:t>
            </a:r>
            <a:r>
              <a:rPr lang="en-US" altLang="en-US" dirty="0"/>
              <a:t>Subject</a:t>
            </a:r>
            <a:endParaRPr lang="ru-RU" altLang="en-US" dirty="0"/>
          </a:p>
          <a:p>
            <a:pPr marL="514350" indent="-514350">
              <a:buAutoNum type="arabicPeriod"/>
            </a:pPr>
            <a:r>
              <a:rPr lang="ru-RU" altLang="en-US" dirty="0"/>
              <a:t>Общение посредством синхронизации стейтов</a:t>
            </a:r>
            <a:endParaRPr lang="en-US" altLang="en-US" dirty="0"/>
          </a:p>
          <a:p>
            <a:pPr marL="514350" indent="-514350">
              <a:buAutoNum type="arabicPeriod"/>
            </a:pPr>
            <a:r>
              <a:rPr lang="ru-RU" altLang="en-US" dirty="0"/>
              <a:t>Каждого обсервера надо оповещать отдельно</a:t>
            </a:r>
            <a:endParaRPr lang="en-US" alt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451EE19-1AE6-1117-9B0C-0A49ABF55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6673"/>
            <a:ext cx="5183188" cy="823912"/>
          </a:xfrm>
        </p:spPr>
        <p:txBody>
          <a:bodyPr/>
          <a:lstStyle/>
          <a:p>
            <a:r>
              <a:rPr lang="en-US" altLang="en-US" sz="3200" b="0" dirty="0"/>
              <a:t>Pub/Sub</a:t>
            </a:r>
            <a:r>
              <a:rPr lang="ru-RU" altLang="en-US" sz="3200" b="0" dirty="0"/>
              <a:t>: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283BA2E-ED85-684D-EDD4-0DC927471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961390"/>
            <a:ext cx="5183505" cy="522859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en-US" dirty="0"/>
              <a:t>Publisher </a:t>
            </a:r>
            <a:r>
              <a:rPr lang="ru-RU" altLang="en-US" dirty="0"/>
              <a:t>и </a:t>
            </a:r>
            <a:r>
              <a:rPr lang="en-US" altLang="en-US" dirty="0"/>
              <a:t>Subscriber </a:t>
            </a:r>
            <a:r>
              <a:rPr lang="ru-RU" altLang="en-US" dirty="0"/>
              <a:t>не знаеют друг о друге</a:t>
            </a:r>
          </a:p>
          <a:p>
            <a:pPr marL="514350" indent="-514350">
              <a:buAutoNum type="arabicPeriod"/>
            </a:pPr>
            <a:r>
              <a:rPr lang="ru-RU" altLang="en-US" dirty="0"/>
              <a:t>Общение посредством множества сообщений определённой структуры</a:t>
            </a:r>
          </a:p>
          <a:p>
            <a:pPr marL="514350" indent="-514350">
              <a:buAutoNum type="arabicPeriod"/>
            </a:pPr>
            <a:r>
              <a:rPr lang="ru-RU" altLang="en-US" dirty="0"/>
              <a:t>1 отправка со стороны </a:t>
            </a:r>
            <a:r>
              <a:rPr lang="en-US" altLang="en-US" dirty="0"/>
              <a:t>Publisher</a:t>
            </a:r>
            <a:r>
              <a:rPr lang="ru-RU" altLang="en-US" dirty="0"/>
              <a:t> оповестит всех</a:t>
            </a:r>
          </a:p>
          <a:p>
            <a:pPr marL="514350" indent="-514350">
              <a:buAutoNum type="arabicPeriod"/>
            </a:pPr>
            <a:r>
              <a:rPr lang="en-US" altLang="en-US" dirty="0" err="1"/>
              <a:t>MessageBroker</a:t>
            </a:r>
            <a:r>
              <a:rPr lang="en-US" altLang="en-US" dirty="0"/>
              <a:t> </a:t>
            </a:r>
            <a:r>
              <a:rPr lang="ru-RU" altLang="en-US" dirty="0"/>
              <a:t>может иметь дополнительные спецификации по маршрутизации или фильтрации сообщений</a:t>
            </a:r>
          </a:p>
          <a:p>
            <a:pPr marL="514350" indent="-514350">
              <a:buAutoNum type="arabicPeriod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4823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1325563"/>
          </a:xfrm>
        </p:spPr>
        <p:txBody>
          <a:bodyPr/>
          <a:lstStyle/>
          <a:p>
            <a:r>
              <a:rPr lang="ru-RU" altLang="en-US"/>
              <a:t>Пример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77875" y="1445260"/>
            <a:ext cx="10847070" cy="41935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interface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Observer&lt;T&gt;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{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28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Update(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T t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</a:p>
          <a:p>
            <a:endParaRPr lang="en-US" altLang="en-US" sz="28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interface 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Subject&lt;T&gt;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{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28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Attach(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Observer&lt;T&gt; 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28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Detach(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Observer&lt;T&gt; 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28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</a:t>
            </a:r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Notify();</a:t>
            </a:r>
          </a:p>
          <a:p>
            <a:r>
              <a:rPr lang="en-US" altLang="en-US" sz="28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435" y="-57785"/>
            <a:ext cx="10515600" cy="1325563"/>
          </a:xfrm>
        </p:spPr>
        <p:txBody>
          <a:bodyPr/>
          <a:lstStyle/>
          <a:p>
            <a:pPr algn="l"/>
            <a:r>
              <a:rPr lang="ru-RU" altLang="en-US"/>
              <a:t>Пример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66090" y="1219835"/>
            <a:ext cx="11234420" cy="51276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class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PieChart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implements 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{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21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@Override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21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sz="2100" dirty="0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Update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dataSubj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//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Cообщение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об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изменении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состояния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отслеживаемого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объекта</a:t>
            </a:r>
            <a:endParaRPr lang="en-US" altLang="en-US" sz="2100" dirty="0">
              <a:solidFill>
                <a:schemeClr val="bg1">
                  <a:lumMod val="50000"/>
                </a:schemeClr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IO.println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21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"</a:t>
            </a:r>
            <a:r>
              <a:rPr lang="en-US" altLang="en-US" sz="2100" dirty="0" err="1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PieChart</a:t>
            </a:r>
            <a:r>
              <a:rPr lang="en-US" altLang="en-US" sz="21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 is refreshing"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</a:p>
          <a:p>
            <a:endParaRPr lang="en-US" altLang="en-US" sz="21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class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PillarsGraph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implements 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{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21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@Override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21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Update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2100" dirty="0">
                <a:solidFill>
                  <a:schemeClr val="accent3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dataSubj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//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Cообщение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об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изменении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состояния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отслеживаемого</a:t>
            </a:r>
            <a:r>
              <a:rPr lang="en-US" altLang="en-US" sz="21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объекта</a:t>
            </a:r>
            <a:endParaRPr lang="en-US" altLang="en-US" sz="2100" dirty="0">
              <a:solidFill>
                <a:schemeClr val="bg1">
                  <a:lumMod val="50000"/>
                </a:schemeClr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21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IO.println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21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"</a:t>
            </a:r>
            <a:r>
              <a:rPr lang="en-US" altLang="en-US" sz="2100" dirty="0" err="1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PillarsGraph</a:t>
            </a:r>
            <a:r>
              <a:rPr lang="en-US" altLang="en-US" sz="21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 is refreshing"</a:t>
            </a:r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r>
              <a:rPr lang="en-US" altLang="en-US"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  <a:r>
              <a:rPr sz="21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sz="20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435" y="-57785"/>
            <a:ext cx="10515600" cy="1325563"/>
          </a:xfrm>
        </p:spPr>
        <p:txBody>
          <a:bodyPr/>
          <a:lstStyle/>
          <a:p>
            <a:pPr algn="l"/>
            <a:r>
              <a:rPr lang="ru-RU" altLang="en-US"/>
              <a:t>Пример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66090" y="922655"/>
            <a:ext cx="7108190" cy="57613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class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implements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Subject&lt;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private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List&lt;Observer&lt;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&gt;&gt;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observers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= new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ArrayList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&lt;&gt;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</a:t>
            </a:r>
          </a:p>
          <a:p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sz="1200" dirty="0" err="1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SetData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IO.println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12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"Setting data"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//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Установка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полезной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информации</a:t>
            </a:r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Notify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//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Оповещение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об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изменении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состояния</a:t>
            </a:r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sz="1200" dirty="0" err="1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GetData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//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Получение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полезной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информации</a:t>
            </a:r>
            <a:endParaRPr lang="en-US" altLang="en-US" sz="1200" dirty="0">
              <a:solidFill>
                <a:schemeClr val="bg1">
                  <a:lumMod val="50000"/>
                </a:schemeClr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12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@Override</a:t>
            </a:r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sz="1200" dirty="0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Attach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observers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.add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12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@Override</a:t>
            </a:r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sz="1200" dirty="0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Detach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observers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.remove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endParaRPr lang="en-US" altLang="en-US" sz="1200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sz="1200" dirty="0">
                <a:solidFill>
                  <a:schemeClr val="accent6"/>
                </a:solidFill>
                <a:latin typeface="Fira Code" charset="0"/>
                <a:ea typeface="JetBrains Mono"/>
                <a:cs typeface="Fira Code" charset="0"/>
              </a:rPr>
              <a:t>@Override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public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sz="1200" dirty="0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Notify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for (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Observer&lt;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&gt;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 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: 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observers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 {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    </a:t>
            </a:r>
            <a:r>
              <a:rPr lang="en-US" altLang="en-US" sz="1200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obs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.Update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sz="1200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this</a:t>
            </a:r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    }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}</a:t>
            </a:r>
          </a:p>
          <a:p>
            <a:r>
              <a:rPr lang="en-US" altLang="en-US" sz="1200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188835" y="922655"/>
            <a:ext cx="4715510" cy="57613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void </a:t>
            </a:r>
            <a:r>
              <a:rPr lang="en-US" altLang="en-US" dirty="0">
                <a:solidFill>
                  <a:schemeClr val="tx2"/>
                </a:solidFill>
                <a:latin typeface="Fira Code" charset="0"/>
                <a:ea typeface="JetBrains Mono"/>
                <a:cs typeface="Fira Code" charset="0"/>
              </a:rPr>
              <a:t>main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 {</a:t>
            </a: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var </a:t>
            </a:r>
            <a:r>
              <a:rPr lang="en-US" altLang="en-US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ds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= new </a:t>
            </a:r>
            <a:r>
              <a:rPr lang="en-US" altLang="en-US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DataSubject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</a:t>
            </a:r>
          </a:p>
          <a:p>
            <a:endParaRPr lang="en-US" altLang="en-US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var </a:t>
            </a:r>
            <a:r>
              <a:rPr lang="en-US" altLang="en-US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pc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= new </a:t>
            </a:r>
            <a:r>
              <a:rPr lang="en-US" altLang="en-US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PieChart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</a:t>
            </a: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var </a:t>
            </a:r>
            <a:r>
              <a:rPr lang="en-US" altLang="en-US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pg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= new </a:t>
            </a:r>
            <a:r>
              <a:rPr lang="en-US" altLang="en-US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PillarsGraph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</a:t>
            </a:r>
          </a:p>
          <a:p>
            <a:endParaRPr lang="en-US" altLang="en-US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ds</a:t>
            </a:r>
            <a:r>
              <a:rPr lang="en-US" altLang="en-US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.Attach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dirty="0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pc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ds</a:t>
            </a:r>
            <a:r>
              <a:rPr lang="en-US" altLang="en-US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.Attach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</a:t>
            </a:r>
            <a:r>
              <a:rPr lang="en-US" altLang="en-US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pg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);</a:t>
            </a:r>
          </a:p>
          <a:p>
            <a:endParaRPr lang="en-US" altLang="en-US" dirty="0">
              <a:solidFill>
                <a:srgbClr val="CC7832"/>
              </a:solidFill>
              <a:latin typeface="Fira Code" charset="0"/>
              <a:ea typeface="JetBrains Mono"/>
              <a:cs typeface="Fira Code" charset="0"/>
            </a:endParaRP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    </a:t>
            </a:r>
            <a:r>
              <a:rPr lang="en-US" altLang="en-US" dirty="0" err="1">
                <a:solidFill>
                  <a:schemeClr val="accent5"/>
                </a:solidFill>
                <a:latin typeface="Fira Code" charset="0"/>
                <a:ea typeface="JetBrains Mono"/>
                <a:cs typeface="Fira Code" charset="0"/>
              </a:rPr>
              <a:t>ds</a:t>
            </a:r>
            <a:r>
              <a:rPr lang="en-US" altLang="en-US" dirty="0" err="1">
                <a:solidFill>
                  <a:schemeClr val="bg1">
                    <a:lumMod val="50000"/>
                  </a:schemeClr>
                </a:solidFill>
                <a:latin typeface="Fira Code" charset="0"/>
                <a:ea typeface="JetBrains Mono"/>
                <a:cs typeface="Fira Code" charset="0"/>
              </a:rPr>
              <a:t>.SetData</a:t>
            </a:r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();</a:t>
            </a:r>
          </a:p>
          <a:p>
            <a:r>
              <a:rPr lang="en-US" altLang="en-US" dirty="0">
                <a:solidFill>
                  <a:srgbClr val="CC7832"/>
                </a:solidFill>
                <a:latin typeface="Fira Code" charset="0"/>
                <a:ea typeface="JetBrains Mono"/>
                <a:cs typeface="Fira Code" charset="0"/>
              </a:rPr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835" y="4370705"/>
            <a:ext cx="472186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A782E-BF3B-B2E1-6909-6DA93B19E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0" y="2922852"/>
            <a:ext cx="3454400" cy="1012296"/>
          </a:xfrm>
        </p:spPr>
        <p:txBody>
          <a:bodyPr/>
          <a:lstStyle/>
          <a:p>
            <a:r>
              <a:rPr lang="ru-RU" dirty="0"/>
              <a:t>Итератор</a:t>
            </a:r>
          </a:p>
        </p:txBody>
      </p:sp>
    </p:spTree>
    <p:extLst>
      <p:ext uri="{BB962C8B-B14F-4D97-AF65-F5344CB8AC3E}">
        <p14:creationId xmlns:p14="http://schemas.microsoft.com/office/powerpoint/2010/main" val="324664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0DB53-0636-CC1F-E565-1DA03CC1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нужен итератор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C424C-5C3F-2751-6F80-DF3AB69B0911}"/>
              </a:ext>
            </a:extLst>
          </p:cNvPr>
          <p:cNvSpPr txBox="1"/>
          <p:nvPr/>
        </p:nvSpPr>
        <p:spPr>
          <a:xfrm>
            <a:off x="7683615" y="3106908"/>
            <a:ext cx="2102756" cy="825500"/>
          </a:xfrm>
          <a:custGeom>
            <a:avLst/>
            <a:gdLst/>
            <a:ahLst/>
            <a:cxnLst/>
            <a:rect l="l" t="t" r="r" b="b"/>
            <a:pathLst>
              <a:path w="1413934" h="550334">
                <a:moveTo>
                  <a:pt x="629838" y="292863"/>
                </a:moveTo>
                <a:lnTo>
                  <a:pt x="629838" y="314964"/>
                </a:lnTo>
                <a:cubicBezTo>
                  <a:pt x="625820" y="320322"/>
                  <a:pt x="620834" y="324749"/>
                  <a:pt x="614881" y="328247"/>
                </a:cubicBezTo>
                <a:cubicBezTo>
                  <a:pt x="608928" y="331744"/>
                  <a:pt x="602231" y="333493"/>
                  <a:pt x="594789" y="333493"/>
                </a:cubicBezTo>
                <a:cubicBezTo>
                  <a:pt x="588092" y="333493"/>
                  <a:pt x="583013" y="331874"/>
                  <a:pt x="579553" y="328637"/>
                </a:cubicBezTo>
                <a:cubicBezTo>
                  <a:pt x="576093" y="325400"/>
                  <a:pt x="574363" y="321066"/>
                  <a:pt x="574363" y="315633"/>
                </a:cubicBezTo>
                <a:cubicBezTo>
                  <a:pt x="574363" y="307671"/>
                  <a:pt x="578660" y="301941"/>
                  <a:pt x="587255" y="298444"/>
                </a:cubicBezTo>
                <a:cubicBezTo>
                  <a:pt x="595850" y="294946"/>
                  <a:pt x="610044" y="293086"/>
                  <a:pt x="629838" y="292863"/>
                </a:cubicBezTo>
                <a:close/>
                <a:moveTo>
                  <a:pt x="904761" y="237052"/>
                </a:moveTo>
                <a:lnTo>
                  <a:pt x="904761" y="345771"/>
                </a:lnTo>
                <a:lnTo>
                  <a:pt x="923402" y="345771"/>
                </a:lnTo>
                <a:lnTo>
                  <a:pt x="923402" y="237052"/>
                </a:lnTo>
                <a:close/>
                <a:moveTo>
                  <a:pt x="667715" y="237052"/>
                </a:moveTo>
                <a:lnTo>
                  <a:pt x="711136" y="345771"/>
                </a:lnTo>
                <a:lnTo>
                  <a:pt x="706894" y="355594"/>
                </a:lnTo>
                <a:cubicBezTo>
                  <a:pt x="704811" y="360877"/>
                  <a:pt x="702299" y="364654"/>
                  <a:pt x="699360" y="366923"/>
                </a:cubicBezTo>
                <a:cubicBezTo>
                  <a:pt x="696420" y="369193"/>
                  <a:pt x="692830" y="370328"/>
                  <a:pt x="688588" y="370328"/>
                </a:cubicBezTo>
                <a:lnTo>
                  <a:pt x="679435" y="370328"/>
                </a:lnTo>
                <a:lnTo>
                  <a:pt x="679435" y="385731"/>
                </a:lnTo>
                <a:lnTo>
                  <a:pt x="690486" y="385731"/>
                </a:lnTo>
                <a:cubicBezTo>
                  <a:pt x="696960" y="385731"/>
                  <a:pt x="702281" y="384857"/>
                  <a:pt x="706448" y="383108"/>
                </a:cubicBezTo>
                <a:cubicBezTo>
                  <a:pt x="710615" y="381360"/>
                  <a:pt x="714131" y="378513"/>
                  <a:pt x="716996" y="374569"/>
                </a:cubicBezTo>
                <a:cubicBezTo>
                  <a:pt x="719861" y="370625"/>
                  <a:pt x="722558" y="365416"/>
                  <a:pt x="725088" y="358942"/>
                </a:cubicBezTo>
                <a:lnTo>
                  <a:pt x="730223" y="345771"/>
                </a:lnTo>
                <a:lnTo>
                  <a:pt x="771076" y="237052"/>
                </a:lnTo>
                <a:lnTo>
                  <a:pt x="752101" y="237052"/>
                </a:lnTo>
                <a:lnTo>
                  <a:pt x="721070" y="326014"/>
                </a:lnTo>
                <a:lnTo>
                  <a:pt x="687472" y="237052"/>
                </a:lnTo>
                <a:close/>
                <a:moveTo>
                  <a:pt x="547313" y="235713"/>
                </a:moveTo>
                <a:cubicBezTo>
                  <a:pt x="538607" y="235713"/>
                  <a:pt x="531538" y="237610"/>
                  <a:pt x="526105" y="241405"/>
                </a:cubicBezTo>
                <a:cubicBezTo>
                  <a:pt x="520673" y="245201"/>
                  <a:pt x="516431" y="249926"/>
                  <a:pt x="513380" y="255581"/>
                </a:cubicBezTo>
                <a:lnTo>
                  <a:pt x="512711" y="237052"/>
                </a:lnTo>
                <a:lnTo>
                  <a:pt x="495186" y="237052"/>
                </a:lnTo>
                <a:lnTo>
                  <a:pt x="495186" y="345771"/>
                </a:lnTo>
                <a:lnTo>
                  <a:pt x="513827" y="345771"/>
                </a:lnTo>
                <a:lnTo>
                  <a:pt x="513827" y="269422"/>
                </a:lnTo>
                <a:cubicBezTo>
                  <a:pt x="516208" y="266148"/>
                  <a:pt x="518924" y="263265"/>
                  <a:pt x="521975" y="260772"/>
                </a:cubicBezTo>
                <a:cubicBezTo>
                  <a:pt x="525026" y="258279"/>
                  <a:pt x="528598" y="256325"/>
                  <a:pt x="532691" y="254912"/>
                </a:cubicBezTo>
                <a:cubicBezTo>
                  <a:pt x="536784" y="253498"/>
                  <a:pt x="541546" y="252791"/>
                  <a:pt x="546978" y="252791"/>
                </a:cubicBezTo>
                <a:lnTo>
                  <a:pt x="549546" y="252791"/>
                </a:lnTo>
                <a:lnTo>
                  <a:pt x="549546" y="235713"/>
                </a:lnTo>
                <a:close/>
                <a:moveTo>
                  <a:pt x="471113" y="235713"/>
                </a:moveTo>
                <a:cubicBezTo>
                  <a:pt x="462407" y="235713"/>
                  <a:pt x="455338" y="237610"/>
                  <a:pt x="449905" y="241405"/>
                </a:cubicBezTo>
                <a:cubicBezTo>
                  <a:pt x="444473" y="245201"/>
                  <a:pt x="440231" y="249926"/>
                  <a:pt x="437180" y="255581"/>
                </a:cubicBezTo>
                <a:lnTo>
                  <a:pt x="436511" y="237052"/>
                </a:lnTo>
                <a:lnTo>
                  <a:pt x="418986" y="237052"/>
                </a:lnTo>
                <a:lnTo>
                  <a:pt x="418986" y="345771"/>
                </a:lnTo>
                <a:lnTo>
                  <a:pt x="437627" y="345771"/>
                </a:lnTo>
                <a:lnTo>
                  <a:pt x="437627" y="269422"/>
                </a:lnTo>
                <a:cubicBezTo>
                  <a:pt x="440008" y="266148"/>
                  <a:pt x="442724" y="263265"/>
                  <a:pt x="445775" y="260772"/>
                </a:cubicBezTo>
                <a:cubicBezTo>
                  <a:pt x="448826" y="258279"/>
                  <a:pt x="452398" y="256325"/>
                  <a:pt x="456491" y="254912"/>
                </a:cubicBezTo>
                <a:cubicBezTo>
                  <a:pt x="460584" y="253498"/>
                  <a:pt x="465346" y="252791"/>
                  <a:pt x="470778" y="252791"/>
                </a:cubicBezTo>
                <a:lnTo>
                  <a:pt x="473346" y="252791"/>
                </a:lnTo>
                <a:lnTo>
                  <a:pt x="473346" y="235713"/>
                </a:lnTo>
                <a:close/>
                <a:moveTo>
                  <a:pt x="999193" y="235155"/>
                </a:moveTo>
                <a:cubicBezTo>
                  <a:pt x="993388" y="235155"/>
                  <a:pt x="987993" y="235769"/>
                  <a:pt x="983008" y="236996"/>
                </a:cubicBezTo>
                <a:cubicBezTo>
                  <a:pt x="978022" y="238224"/>
                  <a:pt x="973687" y="240066"/>
                  <a:pt x="970004" y="242522"/>
                </a:cubicBezTo>
                <a:cubicBezTo>
                  <a:pt x="966320" y="244977"/>
                  <a:pt x="963455" y="248047"/>
                  <a:pt x="961409" y="251730"/>
                </a:cubicBezTo>
                <a:cubicBezTo>
                  <a:pt x="959363" y="255414"/>
                  <a:pt x="958339" y="259674"/>
                  <a:pt x="958339" y="264511"/>
                </a:cubicBezTo>
                <a:cubicBezTo>
                  <a:pt x="958339" y="270687"/>
                  <a:pt x="959790" y="275803"/>
                  <a:pt x="962693" y="279859"/>
                </a:cubicBezTo>
                <a:cubicBezTo>
                  <a:pt x="965595" y="283914"/>
                  <a:pt x="969948" y="287263"/>
                  <a:pt x="975752" y="289905"/>
                </a:cubicBezTo>
                <a:cubicBezTo>
                  <a:pt x="981557" y="292546"/>
                  <a:pt x="988700" y="294872"/>
                  <a:pt x="997183" y="296881"/>
                </a:cubicBezTo>
                <a:cubicBezTo>
                  <a:pt x="1007601" y="299337"/>
                  <a:pt x="1014875" y="301867"/>
                  <a:pt x="1019005" y="304471"/>
                </a:cubicBezTo>
                <a:cubicBezTo>
                  <a:pt x="1023135" y="307076"/>
                  <a:pt x="1025200" y="311057"/>
                  <a:pt x="1025200" y="316415"/>
                </a:cubicBezTo>
                <a:cubicBezTo>
                  <a:pt x="1025200" y="322666"/>
                  <a:pt x="1022912" y="327149"/>
                  <a:pt x="1018336" y="329865"/>
                </a:cubicBezTo>
                <a:cubicBezTo>
                  <a:pt x="1013759" y="332581"/>
                  <a:pt x="1007936" y="333939"/>
                  <a:pt x="1000867" y="333939"/>
                </a:cubicBezTo>
                <a:cubicBezTo>
                  <a:pt x="992979" y="333939"/>
                  <a:pt x="986412" y="332209"/>
                  <a:pt x="981166" y="328749"/>
                </a:cubicBezTo>
                <a:cubicBezTo>
                  <a:pt x="975920" y="325289"/>
                  <a:pt x="973297" y="319317"/>
                  <a:pt x="973297" y="310834"/>
                </a:cubicBezTo>
                <a:lnTo>
                  <a:pt x="955326" y="310834"/>
                </a:lnTo>
                <a:cubicBezTo>
                  <a:pt x="955326" y="317531"/>
                  <a:pt x="956498" y="323242"/>
                  <a:pt x="958842" y="327968"/>
                </a:cubicBezTo>
                <a:cubicBezTo>
                  <a:pt x="961186" y="332693"/>
                  <a:pt x="964441" y="336507"/>
                  <a:pt x="968608" y="339409"/>
                </a:cubicBezTo>
                <a:cubicBezTo>
                  <a:pt x="972776" y="342311"/>
                  <a:pt x="977594" y="344432"/>
                  <a:pt x="983063" y="345771"/>
                </a:cubicBezTo>
                <a:cubicBezTo>
                  <a:pt x="988533" y="347111"/>
                  <a:pt x="994319" y="347780"/>
                  <a:pt x="1000420" y="347780"/>
                </a:cubicBezTo>
                <a:cubicBezTo>
                  <a:pt x="1006522" y="347780"/>
                  <a:pt x="1012197" y="347148"/>
                  <a:pt x="1017443" y="345883"/>
                </a:cubicBezTo>
                <a:cubicBezTo>
                  <a:pt x="1022689" y="344618"/>
                  <a:pt x="1027265" y="342664"/>
                  <a:pt x="1031172" y="340023"/>
                </a:cubicBezTo>
                <a:cubicBezTo>
                  <a:pt x="1035079" y="337381"/>
                  <a:pt x="1038130" y="333995"/>
                  <a:pt x="1040325" y="329865"/>
                </a:cubicBezTo>
                <a:cubicBezTo>
                  <a:pt x="1042520" y="325735"/>
                  <a:pt x="1043618" y="320842"/>
                  <a:pt x="1043618" y="315187"/>
                </a:cubicBezTo>
                <a:cubicBezTo>
                  <a:pt x="1043618" y="308639"/>
                  <a:pt x="1042223" y="303262"/>
                  <a:pt x="1039432" y="299058"/>
                </a:cubicBezTo>
                <a:cubicBezTo>
                  <a:pt x="1036642" y="294853"/>
                  <a:pt x="1032493" y="291412"/>
                  <a:pt x="1026986" y="288733"/>
                </a:cubicBezTo>
                <a:cubicBezTo>
                  <a:pt x="1021480" y="286054"/>
                  <a:pt x="1014671" y="283747"/>
                  <a:pt x="1006560" y="281812"/>
                </a:cubicBezTo>
                <a:cubicBezTo>
                  <a:pt x="999118" y="280026"/>
                  <a:pt x="993202" y="278333"/>
                  <a:pt x="988812" y="276733"/>
                </a:cubicBezTo>
                <a:cubicBezTo>
                  <a:pt x="984421" y="275134"/>
                  <a:pt x="981296" y="273329"/>
                  <a:pt x="979436" y="271320"/>
                </a:cubicBezTo>
                <a:cubicBezTo>
                  <a:pt x="977575" y="269311"/>
                  <a:pt x="976645" y="266855"/>
                  <a:pt x="976645" y="263953"/>
                </a:cubicBezTo>
                <a:cubicBezTo>
                  <a:pt x="976645" y="258893"/>
                  <a:pt x="978729" y="255172"/>
                  <a:pt x="982896" y="252791"/>
                </a:cubicBezTo>
                <a:cubicBezTo>
                  <a:pt x="987063" y="250410"/>
                  <a:pt x="992495" y="249219"/>
                  <a:pt x="999193" y="249219"/>
                </a:cubicBezTo>
                <a:cubicBezTo>
                  <a:pt x="1005815" y="249219"/>
                  <a:pt x="1011434" y="250819"/>
                  <a:pt x="1016047" y="254019"/>
                </a:cubicBezTo>
                <a:cubicBezTo>
                  <a:pt x="1020661" y="257218"/>
                  <a:pt x="1022968" y="262688"/>
                  <a:pt x="1022968" y="270427"/>
                </a:cubicBezTo>
                <a:lnTo>
                  <a:pt x="1041051" y="270427"/>
                </a:lnTo>
                <a:cubicBezTo>
                  <a:pt x="1041051" y="264176"/>
                  <a:pt x="1039934" y="258818"/>
                  <a:pt x="1037702" y="254353"/>
                </a:cubicBezTo>
                <a:cubicBezTo>
                  <a:pt x="1035470" y="249889"/>
                  <a:pt x="1032437" y="246242"/>
                  <a:pt x="1028605" y="243415"/>
                </a:cubicBezTo>
                <a:cubicBezTo>
                  <a:pt x="1024772" y="240587"/>
                  <a:pt x="1020345" y="238503"/>
                  <a:pt x="1015322" y="237164"/>
                </a:cubicBezTo>
                <a:cubicBezTo>
                  <a:pt x="1010299" y="235824"/>
                  <a:pt x="1004923" y="235155"/>
                  <a:pt x="999193" y="235155"/>
                </a:cubicBezTo>
                <a:close/>
                <a:moveTo>
                  <a:pt x="605505" y="235155"/>
                </a:moveTo>
                <a:cubicBezTo>
                  <a:pt x="596799" y="235155"/>
                  <a:pt x="589078" y="236420"/>
                  <a:pt x="582344" y="238950"/>
                </a:cubicBezTo>
                <a:cubicBezTo>
                  <a:pt x="575609" y="241480"/>
                  <a:pt x="570326" y="245498"/>
                  <a:pt x="566494" y="251005"/>
                </a:cubicBezTo>
                <a:cubicBezTo>
                  <a:pt x="562661" y="256511"/>
                  <a:pt x="560745" y="263730"/>
                  <a:pt x="560745" y="272659"/>
                </a:cubicBezTo>
                <a:lnTo>
                  <a:pt x="578828" y="272659"/>
                </a:lnTo>
                <a:cubicBezTo>
                  <a:pt x="578828" y="264474"/>
                  <a:pt x="581395" y="258483"/>
                  <a:pt x="586529" y="254688"/>
                </a:cubicBezTo>
                <a:cubicBezTo>
                  <a:pt x="591664" y="250893"/>
                  <a:pt x="597989" y="248996"/>
                  <a:pt x="605505" y="248996"/>
                </a:cubicBezTo>
                <a:cubicBezTo>
                  <a:pt x="612574" y="248996"/>
                  <a:pt x="618416" y="250726"/>
                  <a:pt x="623030" y="254186"/>
                </a:cubicBezTo>
                <a:cubicBezTo>
                  <a:pt x="627643" y="257646"/>
                  <a:pt x="629950" y="264027"/>
                  <a:pt x="629950" y="273329"/>
                </a:cubicBezTo>
                <a:lnTo>
                  <a:pt x="629950" y="280919"/>
                </a:lnTo>
                <a:cubicBezTo>
                  <a:pt x="614993" y="281068"/>
                  <a:pt x="601933" y="282054"/>
                  <a:pt x="590771" y="283877"/>
                </a:cubicBezTo>
                <a:cubicBezTo>
                  <a:pt x="579609" y="285700"/>
                  <a:pt x="570977" y="289142"/>
                  <a:pt x="564875" y="294202"/>
                </a:cubicBezTo>
                <a:cubicBezTo>
                  <a:pt x="558773" y="299262"/>
                  <a:pt x="555722" y="306667"/>
                  <a:pt x="555722" y="316415"/>
                </a:cubicBezTo>
                <a:cubicBezTo>
                  <a:pt x="555722" y="323261"/>
                  <a:pt x="557266" y="329009"/>
                  <a:pt x="560354" y="333660"/>
                </a:cubicBezTo>
                <a:cubicBezTo>
                  <a:pt x="563443" y="338311"/>
                  <a:pt x="567573" y="341827"/>
                  <a:pt x="572744" y="344208"/>
                </a:cubicBezTo>
                <a:cubicBezTo>
                  <a:pt x="577916" y="346590"/>
                  <a:pt x="583627" y="347780"/>
                  <a:pt x="589878" y="347780"/>
                </a:cubicBezTo>
                <a:cubicBezTo>
                  <a:pt x="598659" y="347780"/>
                  <a:pt x="606342" y="346087"/>
                  <a:pt x="612928" y="342702"/>
                </a:cubicBezTo>
                <a:cubicBezTo>
                  <a:pt x="619514" y="339316"/>
                  <a:pt x="625299" y="334832"/>
                  <a:pt x="630285" y="329251"/>
                </a:cubicBezTo>
                <a:lnTo>
                  <a:pt x="631066" y="345771"/>
                </a:lnTo>
                <a:lnTo>
                  <a:pt x="648479" y="345771"/>
                </a:lnTo>
                <a:lnTo>
                  <a:pt x="648479" y="273106"/>
                </a:lnTo>
                <a:cubicBezTo>
                  <a:pt x="648479" y="265292"/>
                  <a:pt x="647289" y="258911"/>
                  <a:pt x="644907" y="253963"/>
                </a:cubicBezTo>
                <a:cubicBezTo>
                  <a:pt x="642526" y="249014"/>
                  <a:pt x="639308" y="245163"/>
                  <a:pt x="635252" y="242410"/>
                </a:cubicBezTo>
                <a:cubicBezTo>
                  <a:pt x="631197" y="239657"/>
                  <a:pt x="626620" y="237759"/>
                  <a:pt x="621523" y="236717"/>
                </a:cubicBezTo>
                <a:cubicBezTo>
                  <a:pt x="616425" y="235676"/>
                  <a:pt x="611086" y="235155"/>
                  <a:pt x="605505" y="235155"/>
                </a:cubicBezTo>
                <a:close/>
                <a:moveTo>
                  <a:pt x="335308" y="215509"/>
                </a:moveTo>
                <a:lnTo>
                  <a:pt x="360757" y="286835"/>
                </a:lnTo>
                <a:lnTo>
                  <a:pt x="309635" y="286835"/>
                </a:lnTo>
                <a:close/>
                <a:moveTo>
                  <a:pt x="1080006" y="212161"/>
                </a:moveTo>
                <a:lnTo>
                  <a:pt x="1080006" y="237052"/>
                </a:lnTo>
                <a:lnTo>
                  <a:pt x="1061812" y="237052"/>
                </a:lnTo>
                <a:lnTo>
                  <a:pt x="1061812" y="252121"/>
                </a:lnTo>
                <a:lnTo>
                  <a:pt x="1080006" y="252121"/>
                </a:lnTo>
                <a:lnTo>
                  <a:pt x="1080006" y="310610"/>
                </a:lnTo>
                <a:cubicBezTo>
                  <a:pt x="1080006" y="317977"/>
                  <a:pt x="1080881" y="324284"/>
                  <a:pt x="1082629" y="329530"/>
                </a:cubicBezTo>
                <a:cubicBezTo>
                  <a:pt x="1084378" y="334776"/>
                  <a:pt x="1087597" y="338795"/>
                  <a:pt x="1092285" y="341585"/>
                </a:cubicBezTo>
                <a:cubicBezTo>
                  <a:pt x="1096973" y="344376"/>
                  <a:pt x="1103707" y="345771"/>
                  <a:pt x="1112488" y="345771"/>
                </a:cubicBezTo>
                <a:lnTo>
                  <a:pt x="1125548" y="345771"/>
                </a:lnTo>
                <a:lnTo>
                  <a:pt x="1125548" y="330702"/>
                </a:lnTo>
                <a:lnTo>
                  <a:pt x="1113716" y="330702"/>
                </a:lnTo>
                <a:cubicBezTo>
                  <a:pt x="1107093" y="330702"/>
                  <a:pt x="1102907" y="328898"/>
                  <a:pt x="1101159" y="325289"/>
                </a:cubicBezTo>
                <a:cubicBezTo>
                  <a:pt x="1099410" y="321680"/>
                  <a:pt x="1098535" y="316489"/>
                  <a:pt x="1098535" y="309718"/>
                </a:cubicBezTo>
                <a:lnTo>
                  <a:pt x="1098535" y="252121"/>
                </a:lnTo>
                <a:lnTo>
                  <a:pt x="1125324" y="252121"/>
                </a:lnTo>
                <a:lnTo>
                  <a:pt x="1125324" y="237052"/>
                </a:lnTo>
                <a:lnTo>
                  <a:pt x="1098535" y="237052"/>
                </a:lnTo>
                <a:lnTo>
                  <a:pt x="1098535" y="212161"/>
                </a:lnTo>
                <a:close/>
                <a:moveTo>
                  <a:pt x="792136" y="195529"/>
                </a:moveTo>
                <a:lnTo>
                  <a:pt x="792136" y="345771"/>
                </a:lnTo>
                <a:lnTo>
                  <a:pt x="882437" y="345771"/>
                </a:lnTo>
                <a:lnTo>
                  <a:pt x="882437" y="328470"/>
                </a:lnTo>
                <a:lnTo>
                  <a:pt x="812227" y="328470"/>
                </a:lnTo>
                <a:lnTo>
                  <a:pt x="812227" y="195529"/>
                </a:lnTo>
                <a:close/>
                <a:moveTo>
                  <a:pt x="324815" y="195529"/>
                </a:moveTo>
                <a:lnTo>
                  <a:pt x="268558" y="345771"/>
                </a:lnTo>
                <a:lnTo>
                  <a:pt x="289208" y="345771"/>
                </a:lnTo>
                <a:lnTo>
                  <a:pt x="304165" y="303690"/>
                </a:lnTo>
                <a:lnTo>
                  <a:pt x="366450" y="303690"/>
                </a:lnTo>
                <a:lnTo>
                  <a:pt x="380737" y="345771"/>
                </a:lnTo>
                <a:lnTo>
                  <a:pt x="401499" y="345771"/>
                </a:lnTo>
                <a:lnTo>
                  <a:pt x="346023" y="195529"/>
                </a:lnTo>
                <a:close/>
                <a:moveTo>
                  <a:pt x="914026" y="194971"/>
                </a:moveTo>
                <a:cubicBezTo>
                  <a:pt x="910528" y="194971"/>
                  <a:pt x="907719" y="195994"/>
                  <a:pt x="905598" y="198041"/>
                </a:cubicBezTo>
                <a:cubicBezTo>
                  <a:pt x="903478" y="200087"/>
                  <a:pt x="902417" y="202673"/>
                  <a:pt x="902417" y="205798"/>
                </a:cubicBezTo>
                <a:cubicBezTo>
                  <a:pt x="902417" y="208924"/>
                  <a:pt x="903478" y="211510"/>
                  <a:pt x="905598" y="213556"/>
                </a:cubicBezTo>
                <a:cubicBezTo>
                  <a:pt x="907719" y="215602"/>
                  <a:pt x="910528" y="216626"/>
                  <a:pt x="914026" y="216626"/>
                </a:cubicBezTo>
                <a:cubicBezTo>
                  <a:pt x="917523" y="216626"/>
                  <a:pt x="920351" y="215602"/>
                  <a:pt x="922509" y="213556"/>
                </a:cubicBezTo>
                <a:cubicBezTo>
                  <a:pt x="924667" y="211510"/>
                  <a:pt x="925746" y="208924"/>
                  <a:pt x="925746" y="205798"/>
                </a:cubicBezTo>
                <a:cubicBezTo>
                  <a:pt x="925746" y="202673"/>
                  <a:pt x="924667" y="200087"/>
                  <a:pt x="922509" y="198041"/>
                </a:cubicBezTo>
                <a:cubicBezTo>
                  <a:pt x="920351" y="195994"/>
                  <a:pt x="917523" y="194971"/>
                  <a:pt x="914026" y="194971"/>
                </a:cubicBezTo>
                <a:close/>
                <a:moveTo>
                  <a:pt x="0" y="0"/>
                </a:moveTo>
                <a:lnTo>
                  <a:pt x="1413934" y="0"/>
                </a:lnTo>
                <a:lnTo>
                  <a:pt x="1413934" y="550334"/>
                </a:lnTo>
                <a:lnTo>
                  <a:pt x="0" y="550334"/>
                </a:lnTo>
                <a:close/>
              </a:path>
            </a:pathLst>
          </a:custGeom>
          <a:solidFill>
            <a:srgbClr val="00B0F0"/>
          </a:solidFill>
          <a:ln w="28575">
            <a:noFill/>
          </a:ln>
          <a:scene3d>
            <a:camera prst="perspectiveHeroicExtremeLeftFacing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404086-AC6F-0CE5-D341-844ED60A2FB8}"/>
              </a:ext>
            </a:extLst>
          </p:cNvPr>
          <p:cNvSpPr txBox="1"/>
          <p:nvPr/>
        </p:nvSpPr>
        <p:spPr>
          <a:xfrm>
            <a:off x="9350385" y="4931886"/>
            <a:ext cx="1898346" cy="825502"/>
          </a:xfrm>
          <a:custGeom>
            <a:avLst/>
            <a:gdLst/>
            <a:ahLst/>
            <a:cxnLst/>
            <a:rect l="l" t="t" r="r" b="b"/>
            <a:pathLst>
              <a:path w="1413934" h="550334">
                <a:moveTo>
                  <a:pt x="520559" y="292863"/>
                </a:moveTo>
                <a:lnTo>
                  <a:pt x="520559" y="314964"/>
                </a:lnTo>
                <a:cubicBezTo>
                  <a:pt x="516541" y="320322"/>
                  <a:pt x="511555" y="324749"/>
                  <a:pt x="505602" y="328247"/>
                </a:cubicBezTo>
                <a:cubicBezTo>
                  <a:pt x="499649" y="331744"/>
                  <a:pt x="492952" y="333493"/>
                  <a:pt x="485510" y="333493"/>
                </a:cubicBezTo>
                <a:cubicBezTo>
                  <a:pt x="478813" y="333493"/>
                  <a:pt x="473734" y="331874"/>
                  <a:pt x="470274" y="328637"/>
                </a:cubicBezTo>
                <a:cubicBezTo>
                  <a:pt x="466814" y="325400"/>
                  <a:pt x="465084" y="321066"/>
                  <a:pt x="465084" y="315633"/>
                </a:cubicBezTo>
                <a:cubicBezTo>
                  <a:pt x="465084" y="307671"/>
                  <a:pt x="469381" y="301941"/>
                  <a:pt x="477976" y="298444"/>
                </a:cubicBezTo>
                <a:cubicBezTo>
                  <a:pt x="486571" y="294946"/>
                  <a:pt x="500765" y="293086"/>
                  <a:pt x="520559" y="292863"/>
                </a:cubicBezTo>
                <a:close/>
                <a:moveTo>
                  <a:pt x="990856" y="249442"/>
                </a:moveTo>
                <a:cubicBezTo>
                  <a:pt x="999860" y="249442"/>
                  <a:pt x="1006893" y="252121"/>
                  <a:pt x="1011953" y="257479"/>
                </a:cubicBezTo>
                <a:cubicBezTo>
                  <a:pt x="1017013" y="262837"/>
                  <a:pt x="1019655" y="270576"/>
                  <a:pt x="1019878" y="280696"/>
                </a:cubicBezTo>
                <a:lnTo>
                  <a:pt x="960495" y="280696"/>
                </a:lnTo>
                <a:cubicBezTo>
                  <a:pt x="961314" y="270501"/>
                  <a:pt x="964309" y="262744"/>
                  <a:pt x="969481" y="257423"/>
                </a:cubicBezTo>
                <a:cubicBezTo>
                  <a:pt x="974653" y="252102"/>
                  <a:pt x="981778" y="249442"/>
                  <a:pt x="990856" y="249442"/>
                </a:cubicBezTo>
                <a:close/>
                <a:moveTo>
                  <a:pt x="990856" y="235155"/>
                </a:moveTo>
                <a:cubicBezTo>
                  <a:pt x="979694" y="235155"/>
                  <a:pt x="970485" y="237536"/>
                  <a:pt x="963230" y="242298"/>
                </a:cubicBezTo>
                <a:cubicBezTo>
                  <a:pt x="955975" y="247061"/>
                  <a:pt x="950580" y="253665"/>
                  <a:pt x="947045" y="262111"/>
                </a:cubicBezTo>
                <a:cubicBezTo>
                  <a:pt x="943510" y="270557"/>
                  <a:pt x="941743" y="280324"/>
                  <a:pt x="941743" y="291412"/>
                </a:cubicBezTo>
                <a:cubicBezTo>
                  <a:pt x="941743" y="302053"/>
                  <a:pt x="943566" y="311634"/>
                  <a:pt x="947212" y="320154"/>
                </a:cubicBezTo>
                <a:cubicBezTo>
                  <a:pt x="950859" y="328674"/>
                  <a:pt x="956458" y="335409"/>
                  <a:pt x="964011" y="340358"/>
                </a:cubicBezTo>
                <a:cubicBezTo>
                  <a:pt x="971564" y="345306"/>
                  <a:pt x="981257" y="347780"/>
                  <a:pt x="993089" y="347780"/>
                </a:cubicBezTo>
                <a:cubicBezTo>
                  <a:pt x="1002242" y="347780"/>
                  <a:pt x="1010167" y="346273"/>
                  <a:pt x="1016864" y="343260"/>
                </a:cubicBezTo>
                <a:cubicBezTo>
                  <a:pt x="1023561" y="340246"/>
                  <a:pt x="1028770" y="335967"/>
                  <a:pt x="1032491" y="330423"/>
                </a:cubicBezTo>
                <a:cubicBezTo>
                  <a:pt x="1036212" y="324879"/>
                  <a:pt x="1038184" y="318275"/>
                  <a:pt x="1038407" y="310610"/>
                </a:cubicBezTo>
                <a:lnTo>
                  <a:pt x="1019989" y="310610"/>
                </a:lnTo>
                <a:cubicBezTo>
                  <a:pt x="1019766" y="317977"/>
                  <a:pt x="1017311" y="323614"/>
                  <a:pt x="1012622" y="327521"/>
                </a:cubicBezTo>
                <a:cubicBezTo>
                  <a:pt x="1007934" y="331428"/>
                  <a:pt x="1001423" y="333381"/>
                  <a:pt x="993089" y="333381"/>
                </a:cubicBezTo>
                <a:cubicBezTo>
                  <a:pt x="985275" y="333381"/>
                  <a:pt x="978987" y="331595"/>
                  <a:pt x="974225" y="328023"/>
                </a:cubicBezTo>
                <a:cubicBezTo>
                  <a:pt x="969462" y="324451"/>
                  <a:pt x="965983" y="319708"/>
                  <a:pt x="963788" y="313792"/>
                </a:cubicBezTo>
                <a:cubicBezTo>
                  <a:pt x="961593" y="307876"/>
                  <a:pt x="960458" y="301383"/>
                  <a:pt x="960384" y="294314"/>
                </a:cubicBezTo>
                <a:lnTo>
                  <a:pt x="1037849" y="294314"/>
                </a:lnTo>
                <a:cubicBezTo>
                  <a:pt x="1037998" y="293644"/>
                  <a:pt x="1038109" y="292546"/>
                  <a:pt x="1038184" y="291021"/>
                </a:cubicBezTo>
                <a:cubicBezTo>
                  <a:pt x="1038258" y="289495"/>
                  <a:pt x="1038295" y="288175"/>
                  <a:pt x="1038295" y="287058"/>
                </a:cubicBezTo>
                <a:cubicBezTo>
                  <a:pt x="1038295" y="270315"/>
                  <a:pt x="1034091" y="257479"/>
                  <a:pt x="1025682" y="248549"/>
                </a:cubicBezTo>
                <a:cubicBezTo>
                  <a:pt x="1017273" y="239619"/>
                  <a:pt x="1005665" y="235155"/>
                  <a:pt x="990856" y="235155"/>
                </a:cubicBezTo>
                <a:close/>
                <a:moveTo>
                  <a:pt x="613689" y="235155"/>
                </a:moveTo>
                <a:cubicBezTo>
                  <a:pt x="607884" y="235155"/>
                  <a:pt x="602489" y="235769"/>
                  <a:pt x="597504" y="236996"/>
                </a:cubicBezTo>
                <a:cubicBezTo>
                  <a:pt x="592518" y="238224"/>
                  <a:pt x="588183" y="240066"/>
                  <a:pt x="584500" y="242522"/>
                </a:cubicBezTo>
                <a:cubicBezTo>
                  <a:pt x="580816" y="244977"/>
                  <a:pt x="577951" y="248047"/>
                  <a:pt x="575905" y="251730"/>
                </a:cubicBezTo>
                <a:cubicBezTo>
                  <a:pt x="573859" y="255414"/>
                  <a:pt x="572835" y="259674"/>
                  <a:pt x="572835" y="264511"/>
                </a:cubicBezTo>
                <a:cubicBezTo>
                  <a:pt x="572835" y="270687"/>
                  <a:pt x="574286" y="275803"/>
                  <a:pt x="577189" y="279859"/>
                </a:cubicBezTo>
                <a:cubicBezTo>
                  <a:pt x="580091" y="283914"/>
                  <a:pt x="584444" y="287263"/>
                  <a:pt x="590248" y="289905"/>
                </a:cubicBezTo>
                <a:cubicBezTo>
                  <a:pt x="596053" y="292546"/>
                  <a:pt x="603196" y="294872"/>
                  <a:pt x="611679" y="296881"/>
                </a:cubicBezTo>
                <a:cubicBezTo>
                  <a:pt x="622097" y="299337"/>
                  <a:pt x="629371" y="301867"/>
                  <a:pt x="633501" y="304471"/>
                </a:cubicBezTo>
                <a:cubicBezTo>
                  <a:pt x="637631" y="307076"/>
                  <a:pt x="639696" y="311057"/>
                  <a:pt x="639696" y="316415"/>
                </a:cubicBezTo>
                <a:cubicBezTo>
                  <a:pt x="639696" y="322666"/>
                  <a:pt x="637408" y="327149"/>
                  <a:pt x="632832" y="329865"/>
                </a:cubicBezTo>
                <a:cubicBezTo>
                  <a:pt x="628255" y="332581"/>
                  <a:pt x="622432" y="333939"/>
                  <a:pt x="615363" y="333939"/>
                </a:cubicBezTo>
                <a:cubicBezTo>
                  <a:pt x="607475" y="333939"/>
                  <a:pt x="600908" y="332209"/>
                  <a:pt x="595662" y="328749"/>
                </a:cubicBezTo>
                <a:cubicBezTo>
                  <a:pt x="590416" y="325289"/>
                  <a:pt x="587793" y="319317"/>
                  <a:pt x="587793" y="310834"/>
                </a:cubicBezTo>
                <a:lnTo>
                  <a:pt x="569822" y="310834"/>
                </a:lnTo>
                <a:cubicBezTo>
                  <a:pt x="569822" y="317531"/>
                  <a:pt x="570994" y="323242"/>
                  <a:pt x="573338" y="327968"/>
                </a:cubicBezTo>
                <a:cubicBezTo>
                  <a:pt x="575682" y="332693"/>
                  <a:pt x="578937" y="336507"/>
                  <a:pt x="583104" y="339409"/>
                </a:cubicBezTo>
                <a:cubicBezTo>
                  <a:pt x="587272" y="342311"/>
                  <a:pt x="592090" y="344432"/>
                  <a:pt x="597559" y="345771"/>
                </a:cubicBezTo>
                <a:cubicBezTo>
                  <a:pt x="603029" y="347111"/>
                  <a:pt x="608815" y="347780"/>
                  <a:pt x="614916" y="347780"/>
                </a:cubicBezTo>
                <a:cubicBezTo>
                  <a:pt x="621018" y="347780"/>
                  <a:pt x="626693" y="347148"/>
                  <a:pt x="631939" y="345883"/>
                </a:cubicBezTo>
                <a:cubicBezTo>
                  <a:pt x="637185" y="344618"/>
                  <a:pt x="641761" y="342664"/>
                  <a:pt x="645668" y="340023"/>
                </a:cubicBezTo>
                <a:cubicBezTo>
                  <a:pt x="649575" y="337381"/>
                  <a:pt x="652626" y="333995"/>
                  <a:pt x="654821" y="329865"/>
                </a:cubicBezTo>
                <a:cubicBezTo>
                  <a:pt x="657016" y="325735"/>
                  <a:pt x="658114" y="320842"/>
                  <a:pt x="658114" y="315187"/>
                </a:cubicBezTo>
                <a:cubicBezTo>
                  <a:pt x="658114" y="308639"/>
                  <a:pt x="656719" y="303262"/>
                  <a:pt x="653928" y="299058"/>
                </a:cubicBezTo>
                <a:cubicBezTo>
                  <a:pt x="651138" y="294853"/>
                  <a:pt x="646989" y="291412"/>
                  <a:pt x="641482" y="288733"/>
                </a:cubicBezTo>
                <a:cubicBezTo>
                  <a:pt x="635976" y="286054"/>
                  <a:pt x="629167" y="283747"/>
                  <a:pt x="621056" y="281812"/>
                </a:cubicBezTo>
                <a:cubicBezTo>
                  <a:pt x="613614" y="280026"/>
                  <a:pt x="607698" y="278333"/>
                  <a:pt x="603308" y="276733"/>
                </a:cubicBezTo>
                <a:cubicBezTo>
                  <a:pt x="598917" y="275134"/>
                  <a:pt x="595792" y="273329"/>
                  <a:pt x="593932" y="271320"/>
                </a:cubicBezTo>
                <a:cubicBezTo>
                  <a:pt x="592071" y="269311"/>
                  <a:pt x="591141" y="266855"/>
                  <a:pt x="591141" y="263953"/>
                </a:cubicBezTo>
                <a:cubicBezTo>
                  <a:pt x="591141" y="258893"/>
                  <a:pt x="593225" y="255172"/>
                  <a:pt x="597392" y="252791"/>
                </a:cubicBezTo>
                <a:cubicBezTo>
                  <a:pt x="601559" y="250410"/>
                  <a:pt x="606991" y="249219"/>
                  <a:pt x="613689" y="249219"/>
                </a:cubicBezTo>
                <a:cubicBezTo>
                  <a:pt x="620312" y="249219"/>
                  <a:pt x="625930" y="250819"/>
                  <a:pt x="630543" y="254019"/>
                </a:cubicBezTo>
                <a:cubicBezTo>
                  <a:pt x="635157" y="257218"/>
                  <a:pt x="637464" y="262688"/>
                  <a:pt x="637464" y="270427"/>
                </a:cubicBezTo>
                <a:lnTo>
                  <a:pt x="655547" y="270427"/>
                </a:lnTo>
                <a:cubicBezTo>
                  <a:pt x="655547" y="264176"/>
                  <a:pt x="654430" y="258818"/>
                  <a:pt x="652198" y="254353"/>
                </a:cubicBezTo>
                <a:cubicBezTo>
                  <a:pt x="649966" y="249889"/>
                  <a:pt x="646933" y="246242"/>
                  <a:pt x="643101" y="243415"/>
                </a:cubicBezTo>
                <a:cubicBezTo>
                  <a:pt x="639268" y="240587"/>
                  <a:pt x="634841" y="238503"/>
                  <a:pt x="629818" y="237164"/>
                </a:cubicBezTo>
                <a:cubicBezTo>
                  <a:pt x="624795" y="235824"/>
                  <a:pt x="619419" y="235155"/>
                  <a:pt x="613689" y="235155"/>
                </a:cubicBezTo>
                <a:close/>
                <a:moveTo>
                  <a:pt x="496226" y="235155"/>
                </a:moveTo>
                <a:cubicBezTo>
                  <a:pt x="487520" y="235155"/>
                  <a:pt x="479799" y="236420"/>
                  <a:pt x="473065" y="238950"/>
                </a:cubicBezTo>
                <a:cubicBezTo>
                  <a:pt x="466330" y="241480"/>
                  <a:pt x="461047" y="245498"/>
                  <a:pt x="457214" y="251005"/>
                </a:cubicBezTo>
                <a:cubicBezTo>
                  <a:pt x="453382" y="256511"/>
                  <a:pt x="451466" y="263730"/>
                  <a:pt x="451466" y="272659"/>
                </a:cubicBezTo>
                <a:lnTo>
                  <a:pt x="469549" y="272659"/>
                </a:lnTo>
                <a:cubicBezTo>
                  <a:pt x="469549" y="264474"/>
                  <a:pt x="472116" y="258483"/>
                  <a:pt x="477250" y="254688"/>
                </a:cubicBezTo>
                <a:cubicBezTo>
                  <a:pt x="482385" y="250893"/>
                  <a:pt x="488710" y="248996"/>
                  <a:pt x="496226" y="248996"/>
                </a:cubicBezTo>
                <a:cubicBezTo>
                  <a:pt x="503295" y="248996"/>
                  <a:pt x="509137" y="250726"/>
                  <a:pt x="513751" y="254186"/>
                </a:cubicBezTo>
                <a:cubicBezTo>
                  <a:pt x="518364" y="257646"/>
                  <a:pt x="520671" y="264027"/>
                  <a:pt x="520671" y="273329"/>
                </a:cubicBezTo>
                <a:lnTo>
                  <a:pt x="520671" y="280919"/>
                </a:lnTo>
                <a:cubicBezTo>
                  <a:pt x="505714" y="281068"/>
                  <a:pt x="492654" y="282054"/>
                  <a:pt x="481492" y="283877"/>
                </a:cubicBezTo>
                <a:cubicBezTo>
                  <a:pt x="470330" y="285700"/>
                  <a:pt x="461698" y="289142"/>
                  <a:pt x="455596" y="294202"/>
                </a:cubicBezTo>
                <a:cubicBezTo>
                  <a:pt x="449494" y="299262"/>
                  <a:pt x="446443" y="306667"/>
                  <a:pt x="446443" y="316415"/>
                </a:cubicBezTo>
                <a:cubicBezTo>
                  <a:pt x="446443" y="323261"/>
                  <a:pt x="447987" y="329009"/>
                  <a:pt x="451075" y="333660"/>
                </a:cubicBezTo>
                <a:cubicBezTo>
                  <a:pt x="454163" y="338311"/>
                  <a:pt x="458293" y="341827"/>
                  <a:pt x="463465" y="344208"/>
                </a:cubicBezTo>
                <a:cubicBezTo>
                  <a:pt x="468637" y="346590"/>
                  <a:pt x="474348" y="347780"/>
                  <a:pt x="480599" y="347780"/>
                </a:cubicBezTo>
                <a:cubicBezTo>
                  <a:pt x="489380" y="347780"/>
                  <a:pt x="497063" y="346087"/>
                  <a:pt x="503649" y="342702"/>
                </a:cubicBezTo>
                <a:cubicBezTo>
                  <a:pt x="510234" y="339316"/>
                  <a:pt x="516020" y="334832"/>
                  <a:pt x="521006" y="329251"/>
                </a:cubicBezTo>
                <a:lnTo>
                  <a:pt x="521787" y="345771"/>
                </a:lnTo>
                <a:lnTo>
                  <a:pt x="539200" y="345771"/>
                </a:lnTo>
                <a:lnTo>
                  <a:pt x="539200" y="273106"/>
                </a:lnTo>
                <a:cubicBezTo>
                  <a:pt x="539200" y="265292"/>
                  <a:pt x="538010" y="258911"/>
                  <a:pt x="535628" y="253963"/>
                </a:cubicBezTo>
                <a:cubicBezTo>
                  <a:pt x="533247" y="249014"/>
                  <a:pt x="530029" y="245163"/>
                  <a:pt x="525973" y="242410"/>
                </a:cubicBezTo>
                <a:cubicBezTo>
                  <a:pt x="521917" y="239657"/>
                  <a:pt x="517341" y="237759"/>
                  <a:pt x="512244" y="236717"/>
                </a:cubicBezTo>
                <a:cubicBezTo>
                  <a:pt x="507146" y="235676"/>
                  <a:pt x="501807" y="235155"/>
                  <a:pt x="496226" y="235155"/>
                </a:cubicBezTo>
                <a:close/>
                <a:moveTo>
                  <a:pt x="1075502" y="212161"/>
                </a:moveTo>
                <a:lnTo>
                  <a:pt x="1075502" y="237052"/>
                </a:lnTo>
                <a:lnTo>
                  <a:pt x="1057308" y="237052"/>
                </a:lnTo>
                <a:lnTo>
                  <a:pt x="1057308" y="252121"/>
                </a:lnTo>
                <a:lnTo>
                  <a:pt x="1075502" y="252121"/>
                </a:lnTo>
                <a:lnTo>
                  <a:pt x="1075502" y="310610"/>
                </a:lnTo>
                <a:cubicBezTo>
                  <a:pt x="1075502" y="317977"/>
                  <a:pt x="1076377" y="324284"/>
                  <a:pt x="1078125" y="329530"/>
                </a:cubicBezTo>
                <a:cubicBezTo>
                  <a:pt x="1079874" y="334776"/>
                  <a:pt x="1083093" y="338795"/>
                  <a:pt x="1087781" y="341585"/>
                </a:cubicBezTo>
                <a:cubicBezTo>
                  <a:pt x="1092469" y="344376"/>
                  <a:pt x="1099203" y="345771"/>
                  <a:pt x="1107984" y="345771"/>
                </a:cubicBezTo>
                <a:lnTo>
                  <a:pt x="1121044" y="345771"/>
                </a:lnTo>
                <a:lnTo>
                  <a:pt x="1121044" y="330702"/>
                </a:lnTo>
                <a:lnTo>
                  <a:pt x="1109212" y="330702"/>
                </a:lnTo>
                <a:cubicBezTo>
                  <a:pt x="1102589" y="330702"/>
                  <a:pt x="1098403" y="328898"/>
                  <a:pt x="1096655" y="325289"/>
                </a:cubicBezTo>
                <a:cubicBezTo>
                  <a:pt x="1094906" y="321680"/>
                  <a:pt x="1094031" y="316489"/>
                  <a:pt x="1094031" y="309718"/>
                </a:cubicBezTo>
                <a:lnTo>
                  <a:pt x="1094031" y="252121"/>
                </a:lnTo>
                <a:lnTo>
                  <a:pt x="1120820" y="252121"/>
                </a:lnTo>
                <a:lnTo>
                  <a:pt x="1120820" y="237052"/>
                </a:lnTo>
                <a:lnTo>
                  <a:pt x="1094031" y="237052"/>
                </a:lnTo>
                <a:lnTo>
                  <a:pt x="1094031" y="212161"/>
                </a:lnTo>
                <a:close/>
                <a:moveTo>
                  <a:pt x="690707" y="195529"/>
                </a:moveTo>
                <a:lnTo>
                  <a:pt x="690707" y="345771"/>
                </a:lnTo>
                <a:lnTo>
                  <a:pt x="709348" y="345771"/>
                </a:lnTo>
                <a:lnTo>
                  <a:pt x="709348" y="268753"/>
                </a:lnTo>
                <a:cubicBezTo>
                  <a:pt x="712697" y="264362"/>
                  <a:pt x="717124" y="260325"/>
                  <a:pt x="722631" y="256642"/>
                </a:cubicBezTo>
                <a:cubicBezTo>
                  <a:pt x="728137" y="252958"/>
                  <a:pt x="734946" y="251116"/>
                  <a:pt x="743057" y="251116"/>
                </a:cubicBezTo>
                <a:cubicBezTo>
                  <a:pt x="748490" y="251116"/>
                  <a:pt x="752657" y="252288"/>
                  <a:pt x="755559" y="254633"/>
                </a:cubicBezTo>
                <a:cubicBezTo>
                  <a:pt x="758461" y="256977"/>
                  <a:pt x="760452" y="260195"/>
                  <a:pt x="761531" y="264288"/>
                </a:cubicBezTo>
                <a:cubicBezTo>
                  <a:pt x="762610" y="268381"/>
                  <a:pt x="763149" y="273031"/>
                  <a:pt x="763149" y="278240"/>
                </a:cubicBezTo>
                <a:lnTo>
                  <a:pt x="763149" y="345771"/>
                </a:lnTo>
                <a:lnTo>
                  <a:pt x="781790" y="345771"/>
                </a:lnTo>
                <a:lnTo>
                  <a:pt x="781790" y="275673"/>
                </a:lnTo>
                <a:cubicBezTo>
                  <a:pt x="781790" y="262874"/>
                  <a:pt x="779130" y="252977"/>
                  <a:pt x="773809" y="245982"/>
                </a:cubicBezTo>
                <a:cubicBezTo>
                  <a:pt x="768488" y="238987"/>
                  <a:pt x="759726" y="235489"/>
                  <a:pt x="747522" y="235489"/>
                </a:cubicBezTo>
                <a:cubicBezTo>
                  <a:pt x="737849" y="235489"/>
                  <a:pt x="729886" y="237443"/>
                  <a:pt x="723635" y="241350"/>
                </a:cubicBezTo>
                <a:cubicBezTo>
                  <a:pt x="717385" y="245256"/>
                  <a:pt x="712585" y="249405"/>
                  <a:pt x="709236" y="253795"/>
                </a:cubicBezTo>
                <a:lnTo>
                  <a:pt x="709236" y="195529"/>
                </a:lnTo>
                <a:close/>
                <a:moveTo>
                  <a:pt x="292331" y="195529"/>
                </a:moveTo>
                <a:lnTo>
                  <a:pt x="292331" y="345771"/>
                </a:lnTo>
                <a:lnTo>
                  <a:pt x="312423" y="345771"/>
                </a:lnTo>
                <a:lnTo>
                  <a:pt x="312423" y="276008"/>
                </a:lnTo>
                <a:lnTo>
                  <a:pt x="394576" y="276008"/>
                </a:lnTo>
                <a:lnTo>
                  <a:pt x="394576" y="345771"/>
                </a:lnTo>
                <a:lnTo>
                  <a:pt x="414445" y="345771"/>
                </a:lnTo>
                <a:lnTo>
                  <a:pt x="414445" y="195529"/>
                </a:lnTo>
                <a:lnTo>
                  <a:pt x="394576" y="195529"/>
                </a:lnTo>
                <a:lnTo>
                  <a:pt x="394576" y="258595"/>
                </a:lnTo>
                <a:lnTo>
                  <a:pt x="312423" y="258595"/>
                </a:lnTo>
                <a:lnTo>
                  <a:pt x="312423" y="195529"/>
                </a:lnTo>
                <a:close/>
                <a:moveTo>
                  <a:pt x="859516" y="193520"/>
                </a:moveTo>
                <a:cubicBezTo>
                  <a:pt x="849172" y="193520"/>
                  <a:pt x="840242" y="195045"/>
                  <a:pt x="832726" y="198096"/>
                </a:cubicBezTo>
                <a:cubicBezTo>
                  <a:pt x="825211" y="201147"/>
                  <a:pt x="819444" y="205594"/>
                  <a:pt x="815425" y="211435"/>
                </a:cubicBezTo>
                <a:cubicBezTo>
                  <a:pt x="811407" y="217277"/>
                  <a:pt x="809398" y="224476"/>
                  <a:pt x="809398" y="233034"/>
                </a:cubicBezTo>
                <a:cubicBezTo>
                  <a:pt x="809398" y="241145"/>
                  <a:pt x="811165" y="247842"/>
                  <a:pt x="814700" y="253126"/>
                </a:cubicBezTo>
                <a:cubicBezTo>
                  <a:pt x="818234" y="258409"/>
                  <a:pt x="823648" y="262818"/>
                  <a:pt x="830941" y="266353"/>
                </a:cubicBezTo>
                <a:cubicBezTo>
                  <a:pt x="838233" y="269887"/>
                  <a:pt x="847535" y="273143"/>
                  <a:pt x="858846" y="276120"/>
                </a:cubicBezTo>
                <a:cubicBezTo>
                  <a:pt x="868445" y="278575"/>
                  <a:pt x="876091" y="281049"/>
                  <a:pt x="881784" y="283542"/>
                </a:cubicBezTo>
                <a:cubicBezTo>
                  <a:pt x="887477" y="286035"/>
                  <a:pt x="891551" y="288956"/>
                  <a:pt x="894006" y="292305"/>
                </a:cubicBezTo>
                <a:cubicBezTo>
                  <a:pt x="896462" y="295653"/>
                  <a:pt x="897690" y="299932"/>
                  <a:pt x="897690" y="305141"/>
                </a:cubicBezTo>
                <a:cubicBezTo>
                  <a:pt x="897690" y="311169"/>
                  <a:pt x="896127" y="316099"/>
                  <a:pt x="893002" y="319931"/>
                </a:cubicBezTo>
                <a:cubicBezTo>
                  <a:pt x="889876" y="323763"/>
                  <a:pt x="885691" y="326628"/>
                  <a:pt x="880444" y="328526"/>
                </a:cubicBezTo>
                <a:cubicBezTo>
                  <a:pt x="875198" y="330423"/>
                  <a:pt x="869413" y="331372"/>
                  <a:pt x="863087" y="331372"/>
                </a:cubicBezTo>
                <a:cubicBezTo>
                  <a:pt x="856241" y="331372"/>
                  <a:pt x="849953" y="330442"/>
                  <a:pt x="844223" y="328581"/>
                </a:cubicBezTo>
                <a:cubicBezTo>
                  <a:pt x="838494" y="326721"/>
                  <a:pt x="833898" y="323521"/>
                  <a:pt x="830438" y="318982"/>
                </a:cubicBezTo>
                <a:cubicBezTo>
                  <a:pt x="826978" y="314443"/>
                  <a:pt x="825248" y="308192"/>
                  <a:pt x="825248" y="300230"/>
                </a:cubicBezTo>
                <a:lnTo>
                  <a:pt x="805044" y="300230"/>
                </a:lnTo>
                <a:cubicBezTo>
                  <a:pt x="805044" y="311392"/>
                  <a:pt x="807593" y="320470"/>
                  <a:pt x="812690" y="327465"/>
                </a:cubicBezTo>
                <a:cubicBezTo>
                  <a:pt x="817788" y="334460"/>
                  <a:pt x="824653" y="339595"/>
                  <a:pt x="833285" y="342869"/>
                </a:cubicBezTo>
                <a:cubicBezTo>
                  <a:pt x="841917" y="346143"/>
                  <a:pt x="851590" y="347780"/>
                  <a:pt x="862306" y="347780"/>
                </a:cubicBezTo>
                <a:cubicBezTo>
                  <a:pt x="872798" y="347780"/>
                  <a:pt x="882212" y="346180"/>
                  <a:pt x="890546" y="342981"/>
                </a:cubicBezTo>
                <a:cubicBezTo>
                  <a:pt x="898881" y="339781"/>
                  <a:pt x="905466" y="335000"/>
                  <a:pt x="910303" y="328637"/>
                </a:cubicBezTo>
                <a:cubicBezTo>
                  <a:pt x="915140" y="322275"/>
                  <a:pt x="917558" y="314257"/>
                  <a:pt x="917558" y="304583"/>
                </a:cubicBezTo>
                <a:cubicBezTo>
                  <a:pt x="917558" y="295504"/>
                  <a:pt x="915847" y="288175"/>
                  <a:pt x="912424" y="282594"/>
                </a:cubicBezTo>
                <a:cubicBezTo>
                  <a:pt x="909001" y="277013"/>
                  <a:pt x="903662" y="272436"/>
                  <a:pt x="896406" y="268864"/>
                </a:cubicBezTo>
                <a:cubicBezTo>
                  <a:pt x="889151" y="265292"/>
                  <a:pt x="879719" y="261944"/>
                  <a:pt x="868110" y="258818"/>
                </a:cubicBezTo>
                <a:cubicBezTo>
                  <a:pt x="858064" y="256214"/>
                  <a:pt x="850232" y="253721"/>
                  <a:pt x="844614" y="251340"/>
                </a:cubicBezTo>
                <a:cubicBezTo>
                  <a:pt x="838996" y="248958"/>
                  <a:pt x="835033" y="246298"/>
                  <a:pt x="832726" y="243359"/>
                </a:cubicBezTo>
                <a:cubicBezTo>
                  <a:pt x="830420" y="240419"/>
                  <a:pt x="829266" y="236755"/>
                  <a:pt x="829266" y="232364"/>
                </a:cubicBezTo>
                <a:cubicBezTo>
                  <a:pt x="829266" y="224997"/>
                  <a:pt x="831926" y="219397"/>
                  <a:pt x="837247" y="215565"/>
                </a:cubicBezTo>
                <a:cubicBezTo>
                  <a:pt x="842568" y="211733"/>
                  <a:pt x="850028" y="209817"/>
                  <a:pt x="859627" y="209817"/>
                </a:cubicBezTo>
                <a:cubicBezTo>
                  <a:pt x="868929" y="209817"/>
                  <a:pt x="876742" y="211993"/>
                  <a:pt x="883068" y="216346"/>
                </a:cubicBezTo>
                <a:cubicBezTo>
                  <a:pt x="889393" y="220700"/>
                  <a:pt x="892518" y="227118"/>
                  <a:pt x="892444" y="235601"/>
                </a:cubicBezTo>
                <a:lnTo>
                  <a:pt x="912536" y="235601"/>
                </a:lnTo>
                <a:cubicBezTo>
                  <a:pt x="912536" y="226299"/>
                  <a:pt x="910136" y="218523"/>
                  <a:pt x="905336" y="212272"/>
                </a:cubicBezTo>
                <a:cubicBezTo>
                  <a:pt x="900536" y="206022"/>
                  <a:pt x="894118" y="201333"/>
                  <a:pt x="886081" y="198208"/>
                </a:cubicBezTo>
                <a:cubicBezTo>
                  <a:pt x="878045" y="195083"/>
                  <a:pt x="869189" y="193520"/>
                  <a:pt x="859516" y="193520"/>
                </a:cubicBezTo>
                <a:close/>
                <a:moveTo>
                  <a:pt x="0" y="0"/>
                </a:moveTo>
                <a:lnTo>
                  <a:pt x="1413934" y="0"/>
                </a:lnTo>
                <a:lnTo>
                  <a:pt x="1413934" y="550334"/>
                </a:lnTo>
                <a:lnTo>
                  <a:pt x="0" y="550334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  <a:scene3d>
            <a:camera prst="perspectiveHeroicExtremeLeftFacing"/>
            <a:lightRig rig="threePt" dir="t"/>
          </a:scene3d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3988B-51A0-2AFE-A382-D8EB8766CFB9}"/>
              </a:ext>
            </a:extLst>
          </p:cNvPr>
          <p:cNvSpPr txBox="1"/>
          <p:nvPr/>
        </p:nvSpPr>
        <p:spPr>
          <a:xfrm>
            <a:off x="9531875" y="3932408"/>
            <a:ext cx="2102756" cy="825499"/>
          </a:xfrm>
          <a:custGeom>
            <a:avLst/>
            <a:gdLst/>
            <a:ahLst/>
            <a:cxnLst/>
            <a:rect l="l" t="t" r="r" b="b"/>
            <a:pathLst>
              <a:path w="1432684" h="573074">
                <a:moveTo>
                  <a:pt x="796095" y="261705"/>
                </a:moveTo>
                <a:cubicBezTo>
                  <a:pt x="803611" y="261705"/>
                  <a:pt x="809843" y="263696"/>
                  <a:pt x="814792" y="267677"/>
                </a:cubicBezTo>
                <a:cubicBezTo>
                  <a:pt x="819740" y="271658"/>
                  <a:pt x="823740" y="276700"/>
                  <a:pt x="826791" y="282801"/>
                </a:cubicBezTo>
                <a:lnTo>
                  <a:pt x="826791" y="324659"/>
                </a:lnTo>
                <a:cubicBezTo>
                  <a:pt x="823517" y="329943"/>
                  <a:pt x="819238" y="334463"/>
                  <a:pt x="813955" y="338221"/>
                </a:cubicBezTo>
                <a:cubicBezTo>
                  <a:pt x="808671" y="341979"/>
                  <a:pt x="802048" y="343858"/>
                  <a:pt x="794086" y="343858"/>
                </a:cubicBezTo>
                <a:cubicBezTo>
                  <a:pt x="784933" y="343858"/>
                  <a:pt x="777994" y="340324"/>
                  <a:pt x="773269" y="333254"/>
                </a:cubicBezTo>
                <a:cubicBezTo>
                  <a:pt x="768544" y="326185"/>
                  <a:pt x="766181" y="315916"/>
                  <a:pt x="766181" y="302447"/>
                </a:cubicBezTo>
                <a:cubicBezTo>
                  <a:pt x="766181" y="289424"/>
                  <a:pt x="768692" y="279378"/>
                  <a:pt x="773715" y="272309"/>
                </a:cubicBezTo>
                <a:cubicBezTo>
                  <a:pt x="778738" y="265240"/>
                  <a:pt x="786198" y="261705"/>
                  <a:pt x="796095" y="261705"/>
                </a:cubicBezTo>
                <a:close/>
                <a:moveTo>
                  <a:pt x="672270" y="260812"/>
                </a:moveTo>
                <a:cubicBezTo>
                  <a:pt x="681274" y="260812"/>
                  <a:pt x="688307" y="263491"/>
                  <a:pt x="693367" y="268849"/>
                </a:cubicBezTo>
                <a:cubicBezTo>
                  <a:pt x="698427" y="274207"/>
                  <a:pt x="701069" y="281946"/>
                  <a:pt x="701292" y="292066"/>
                </a:cubicBezTo>
                <a:lnTo>
                  <a:pt x="641909" y="292066"/>
                </a:lnTo>
                <a:cubicBezTo>
                  <a:pt x="642728" y="281871"/>
                  <a:pt x="645723" y="274114"/>
                  <a:pt x="650895" y="268793"/>
                </a:cubicBezTo>
                <a:cubicBezTo>
                  <a:pt x="656067" y="263472"/>
                  <a:pt x="663192" y="260812"/>
                  <a:pt x="672270" y="260812"/>
                </a:cubicBezTo>
                <a:close/>
                <a:moveTo>
                  <a:pt x="991246" y="248422"/>
                </a:moveTo>
                <a:lnTo>
                  <a:pt x="991246" y="357141"/>
                </a:lnTo>
                <a:lnTo>
                  <a:pt x="1009887" y="357141"/>
                </a:lnTo>
                <a:lnTo>
                  <a:pt x="1009887" y="248422"/>
                </a:lnTo>
                <a:close/>
                <a:moveTo>
                  <a:pt x="343546" y="248422"/>
                </a:moveTo>
                <a:lnTo>
                  <a:pt x="343546" y="357141"/>
                </a:lnTo>
                <a:lnTo>
                  <a:pt x="362187" y="357141"/>
                </a:lnTo>
                <a:lnTo>
                  <a:pt x="362187" y="248422"/>
                </a:lnTo>
                <a:close/>
                <a:moveTo>
                  <a:pt x="457623" y="246859"/>
                </a:moveTo>
                <a:cubicBezTo>
                  <a:pt x="447875" y="246859"/>
                  <a:pt x="439875" y="248813"/>
                  <a:pt x="433624" y="252720"/>
                </a:cubicBezTo>
                <a:cubicBezTo>
                  <a:pt x="427374" y="256626"/>
                  <a:pt x="422574" y="260775"/>
                  <a:pt x="419225" y="265165"/>
                </a:cubicBezTo>
                <a:lnTo>
                  <a:pt x="418556" y="248422"/>
                </a:lnTo>
                <a:lnTo>
                  <a:pt x="400696" y="248422"/>
                </a:lnTo>
                <a:lnTo>
                  <a:pt x="400696" y="357141"/>
                </a:lnTo>
                <a:lnTo>
                  <a:pt x="419337" y="357141"/>
                </a:lnTo>
                <a:lnTo>
                  <a:pt x="419337" y="280123"/>
                </a:lnTo>
                <a:cubicBezTo>
                  <a:pt x="422686" y="275732"/>
                  <a:pt x="427113" y="271695"/>
                  <a:pt x="432620" y="268012"/>
                </a:cubicBezTo>
                <a:cubicBezTo>
                  <a:pt x="438127" y="264328"/>
                  <a:pt x="444935" y="262486"/>
                  <a:pt x="453047" y="262486"/>
                </a:cubicBezTo>
                <a:cubicBezTo>
                  <a:pt x="458479" y="262486"/>
                  <a:pt x="462627" y="263658"/>
                  <a:pt x="465492" y="266003"/>
                </a:cubicBezTo>
                <a:cubicBezTo>
                  <a:pt x="468357" y="268347"/>
                  <a:pt x="470348" y="271565"/>
                  <a:pt x="471464" y="275658"/>
                </a:cubicBezTo>
                <a:cubicBezTo>
                  <a:pt x="472580" y="279751"/>
                  <a:pt x="473138" y="284439"/>
                  <a:pt x="473138" y="289722"/>
                </a:cubicBezTo>
                <a:lnTo>
                  <a:pt x="473138" y="357141"/>
                </a:lnTo>
                <a:lnTo>
                  <a:pt x="491779" y="357141"/>
                </a:lnTo>
                <a:lnTo>
                  <a:pt x="491779" y="287043"/>
                </a:lnTo>
                <a:cubicBezTo>
                  <a:pt x="491779" y="274318"/>
                  <a:pt x="489063" y="264440"/>
                  <a:pt x="483631" y="257408"/>
                </a:cubicBezTo>
                <a:cubicBezTo>
                  <a:pt x="478198" y="250376"/>
                  <a:pt x="469529" y="246859"/>
                  <a:pt x="457623" y="246859"/>
                </a:cubicBezTo>
                <a:close/>
                <a:moveTo>
                  <a:pt x="1085678" y="246525"/>
                </a:moveTo>
                <a:cubicBezTo>
                  <a:pt x="1079873" y="246525"/>
                  <a:pt x="1074478" y="247139"/>
                  <a:pt x="1069493" y="248366"/>
                </a:cubicBezTo>
                <a:cubicBezTo>
                  <a:pt x="1064507" y="249594"/>
                  <a:pt x="1060172" y="251436"/>
                  <a:pt x="1056489" y="253892"/>
                </a:cubicBezTo>
                <a:cubicBezTo>
                  <a:pt x="1052805" y="256347"/>
                  <a:pt x="1049940" y="259417"/>
                  <a:pt x="1047894" y="263100"/>
                </a:cubicBezTo>
                <a:cubicBezTo>
                  <a:pt x="1045848" y="266784"/>
                  <a:pt x="1044824" y="271044"/>
                  <a:pt x="1044824" y="275881"/>
                </a:cubicBezTo>
                <a:cubicBezTo>
                  <a:pt x="1044824" y="282057"/>
                  <a:pt x="1046275" y="287173"/>
                  <a:pt x="1049178" y="291229"/>
                </a:cubicBezTo>
                <a:cubicBezTo>
                  <a:pt x="1052080" y="295284"/>
                  <a:pt x="1056433" y="298633"/>
                  <a:pt x="1062237" y="301275"/>
                </a:cubicBezTo>
                <a:cubicBezTo>
                  <a:pt x="1068042" y="303916"/>
                  <a:pt x="1075185" y="306242"/>
                  <a:pt x="1083668" y="308251"/>
                </a:cubicBezTo>
                <a:cubicBezTo>
                  <a:pt x="1094086" y="310707"/>
                  <a:pt x="1101360" y="313237"/>
                  <a:pt x="1105490" y="315841"/>
                </a:cubicBezTo>
                <a:cubicBezTo>
                  <a:pt x="1109620" y="318446"/>
                  <a:pt x="1111685" y="322427"/>
                  <a:pt x="1111685" y="327785"/>
                </a:cubicBezTo>
                <a:cubicBezTo>
                  <a:pt x="1111685" y="334036"/>
                  <a:pt x="1109397" y="338519"/>
                  <a:pt x="1104821" y="341235"/>
                </a:cubicBezTo>
                <a:cubicBezTo>
                  <a:pt x="1100244" y="343951"/>
                  <a:pt x="1094421" y="345309"/>
                  <a:pt x="1087352" y="345309"/>
                </a:cubicBezTo>
                <a:cubicBezTo>
                  <a:pt x="1079464" y="345309"/>
                  <a:pt x="1072897" y="343579"/>
                  <a:pt x="1067651" y="340119"/>
                </a:cubicBezTo>
                <a:cubicBezTo>
                  <a:pt x="1062405" y="336659"/>
                  <a:pt x="1059782" y="330687"/>
                  <a:pt x="1059782" y="322204"/>
                </a:cubicBezTo>
                <a:lnTo>
                  <a:pt x="1041811" y="322204"/>
                </a:lnTo>
                <a:cubicBezTo>
                  <a:pt x="1041811" y="328901"/>
                  <a:pt x="1042983" y="334612"/>
                  <a:pt x="1045327" y="339338"/>
                </a:cubicBezTo>
                <a:cubicBezTo>
                  <a:pt x="1047671" y="344063"/>
                  <a:pt x="1050926" y="347877"/>
                  <a:pt x="1055093" y="350779"/>
                </a:cubicBezTo>
                <a:cubicBezTo>
                  <a:pt x="1059261" y="353681"/>
                  <a:pt x="1064079" y="355802"/>
                  <a:pt x="1069548" y="357141"/>
                </a:cubicBezTo>
                <a:cubicBezTo>
                  <a:pt x="1075018" y="358481"/>
                  <a:pt x="1080804" y="359150"/>
                  <a:pt x="1086905" y="359150"/>
                </a:cubicBezTo>
                <a:cubicBezTo>
                  <a:pt x="1093007" y="359150"/>
                  <a:pt x="1098682" y="358518"/>
                  <a:pt x="1103928" y="357253"/>
                </a:cubicBezTo>
                <a:cubicBezTo>
                  <a:pt x="1109174" y="355988"/>
                  <a:pt x="1113750" y="354034"/>
                  <a:pt x="1117657" y="351393"/>
                </a:cubicBezTo>
                <a:cubicBezTo>
                  <a:pt x="1121564" y="348751"/>
                  <a:pt x="1124615" y="345365"/>
                  <a:pt x="1126810" y="341235"/>
                </a:cubicBezTo>
                <a:cubicBezTo>
                  <a:pt x="1129005" y="337105"/>
                  <a:pt x="1130103" y="332212"/>
                  <a:pt x="1130103" y="326557"/>
                </a:cubicBezTo>
                <a:cubicBezTo>
                  <a:pt x="1130103" y="320009"/>
                  <a:pt x="1128708" y="314632"/>
                  <a:pt x="1125917" y="310428"/>
                </a:cubicBezTo>
                <a:cubicBezTo>
                  <a:pt x="1123127" y="306223"/>
                  <a:pt x="1118978" y="302782"/>
                  <a:pt x="1113471" y="300103"/>
                </a:cubicBezTo>
                <a:cubicBezTo>
                  <a:pt x="1107965" y="297424"/>
                  <a:pt x="1101156" y="295117"/>
                  <a:pt x="1093045" y="293182"/>
                </a:cubicBezTo>
                <a:cubicBezTo>
                  <a:pt x="1085603" y="291396"/>
                  <a:pt x="1079687" y="289703"/>
                  <a:pt x="1075297" y="288103"/>
                </a:cubicBezTo>
                <a:cubicBezTo>
                  <a:pt x="1070906" y="286504"/>
                  <a:pt x="1067781" y="284699"/>
                  <a:pt x="1065921" y="282690"/>
                </a:cubicBezTo>
                <a:cubicBezTo>
                  <a:pt x="1064060" y="280681"/>
                  <a:pt x="1063130" y="278225"/>
                  <a:pt x="1063130" y="275323"/>
                </a:cubicBezTo>
                <a:cubicBezTo>
                  <a:pt x="1063130" y="270263"/>
                  <a:pt x="1065214" y="266542"/>
                  <a:pt x="1069381" y="264161"/>
                </a:cubicBezTo>
                <a:cubicBezTo>
                  <a:pt x="1073548" y="261780"/>
                  <a:pt x="1078980" y="260589"/>
                  <a:pt x="1085678" y="260589"/>
                </a:cubicBezTo>
                <a:cubicBezTo>
                  <a:pt x="1092300" y="260589"/>
                  <a:pt x="1097919" y="262189"/>
                  <a:pt x="1102532" y="265389"/>
                </a:cubicBezTo>
                <a:cubicBezTo>
                  <a:pt x="1107146" y="268588"/>
                  <a:pt x="1109453" y="274058"/>
                  <a:pt x="1109453" y="281797"/>
                </a:cubicBezTo>
                <a:lnTo>
                  <a:pt x="1127536" y="281797"/>
                </a:lnTo>
                <a:cubicBezTo>
                  <a:pt x="1127536" y="275546"/>
                  <a:pt x="1126419" y="270188"/>
                  <a:pt x="1124187" y="265723"/>
                </a:cubicBezTo>
                <a:cubicBezTo>
                  <a:pt x="1121955" y="261259"/>
                  <a:pt x="1118922" y="257612"/>
                  <a:pt x="1115090" y="254785"/>
                </a:cubicBezTo>
                <a:cubicBezTo>
                  <a:pt x="1111257" y="251957"/>
                  <a:pt x="1106830" y="249873"/>
                  <a:pt x="1101807" y="248534"/>
                </a:cubicBezTo>
                <a:cubicBezTo>
                  <a:pt x="1096784" y="247194"/>
                  <a:pt x="1091408" y="246525"/>
                  <a:pt x="1085678" y="246525"/>
                </a:cubicBezTo>
                <a:close/>
                <a:moveTo>
                  <a:pt x="672270" y="246525"/>
                </a:moveTo>
                <a:cubicBezTo>
                  <a:pt x="661108" y="246525"/>
                  <a:pt x="651899" y="248906"/>
                  <a:pt x="644644" y="253668"/>
                </a:cubicBezTo>
                <a:cubicBezTo>
                  <a:pt x="637389" y="258431"/>
                  <a:pt x="631994" y="265035"/>
                  <a:pt x="628459" y="273481"/>
                </a:cubicBezTo>
                <a:cubicBezTo>
                  <a:pt x="624924" y="281927"/>
                  <a:pt x="623157" y="291694"/>
                  <a:pt x="623157" y="302782"/>
                </a:cubicBezTo>
                <a:cubicBezTo>
                  <a:pt x="623157" y="313423"/>
                  <a:pt x="624980" y="323004"/>
                  <a:pt x="628626" y="331524"/>
                </a:cubicBezTo>
                <a:cubicBezTo>
                  <a:pt x="632273" y="340044"/>
                  <a:pt x="637872" y="346779"/>
                  <a:pt x="645425" y="351728"/>
                </a:cubicBezTo>
                <a:cubicBezTo>
                  <a:pt x="652978" y="356676"/>
                  <a:pt x="662671" y="359150"/>
                  <a:pt x="674503" y="359150"/>
                </a:cubicBezTo>
                <a:cubicBezTo>
                  <a:pt x="683656" y="359150"/>
                  <a:pt x="691581" y="357643"/>
                  <a:pt x="698278" y="354630"/>
                </a:cubicBezTo>
                <a:cubicBezTo>
                  <a:pt x="704975" y="351616"/>
                  <a:pt x="710184" y="347337"/>
                  <a:pt x="713905" y="341793"/>
                </a:cubicBezTo>
                <a:cubicBezTo>
                  <a:pt x="717626" y="336249"/>
                  <a:pt x="719598" y="329645"/>
                  <a:pt x="719821" y="321980"/>
                </a:cubicBezTo>
                <a:lnTo>
                  <a:pt x="701403" y="321980"/>
                </a:lnTo>
                <a:cubicBezTo>
                  <a:pt x="701180" y="329347"/>
                  <a:pt x="698725" y="334984"/>
                  <a:pt x="694036" y="338891"/>
                </a:cubicBezTo>
                <a:cubicBezTo>
                  <a:pt x="689348" y="342798"/>
                  <a:pt x="682837" y="344751"/>
                  <a:pt x="674503" y="344751"/>
                </a:cubicBezTo>
                <a:cubicBezTo>
                  <a:pt x="666689" y="344751"/>
                  <a:pt x="660401" y="342965"/>
                  <a:pt x="655639" y="339393"/>
                </a:cubicBezTo>
                <a:cubicBezTo>
                  <a:pt x="650876" y="335821"/>
                  <a:pt x="647397" y="331078"/>
                  <a:pt x="645202" y="325162"/>
                </a:cubicBezTo>
                <a:cubicBezTo>
                  <a:pt x="643007" y="319246"/>
                  <a:pt x="641872" y="312753"/>
                  <a:pt x="641798" y="305684"/>
                </a:cubicBezTo>
                <a:lnTo>
                  <a:pt x="719263" y="305684"/>
                </a:lnTo>
                <a:cubicBezTo>
                  <a:pt x="719412" y="305014"/>
                  <a:pt x="719523" y="303916"/>
                  <a:pt x="719598" y="302391"/>
                </a:cubicBezTo>
                <a:cubicBezTo>
                  <a:pt x="719672" y="300865"/>
                  <a:pt x="719709" y="299545"/>
                  <a:pt x="719709" y="298428"/>
                </a:cubicBezTo>
                <a:cubicBezTo>
                  <a:pt x="719709" y="281685"/>
                  <a:pt x="715505" y="268849"/>
                  <a:pt x="707096" y="259919"/>
                </a:cubicBezTo>
                <a:cubicBezTo>
                  <a:pt x="698687" y="250989"/>
                  <a:pt x="687079" y="246525"/>
                  <a:pt x="672270" y="246525"/>
                </a:cubicBezTo>
                <a:close/>
                <a:moveTo>
                  <a:pt x="1166491" y="223531"/>
                </a:moveTo>
                <a:lnTo>
                  <a:pt x="1166491" y="248422"/>
                </a:lnTo>
                <a:lnTo>
                  <a:pt x="1148297" y="248422"/>
                </a:lnTo>
                <a:lnTo>
                  <a:pt x="1148297" y="263491"/>
                </a:lnTo>
                <a:lnTo>
                  <a:pt x="1166491" y="263491"/>
                </a:lnTo>
                <a:lnTo>
                  <a:pt x="1166491" y="321980"/>
                </a:lnTo>
                <a:cubicBezTo>
                  <a:pt x="1166491" y="329347"/>
                  <a:pt x="1167366" y="335654"/>
                  <a:pt x="1169114" y="340900"/>
                </a:cubicBezTo>
                <a:cubicBezTo>
                  <a:pt x="1170863" y="346146"/>
                  <a:pt x="1174082" y="350165"/>
                  <a:pt x="1178770" y="352955"/>
                </a:cubicBezTo>
                <a:cubicBezTo>
                  <a:pt x="1183458" y="355746"/>
                  <a:pt x="1190192" y="357141"/>
                  <a:pt x="1198973" y="357141"/>
                </a:cubicBezTo>
                <a:lnTo>
                  <a:pt x="1212033" y="357141"/>
                </a:lnTo>
                <a:lnTo>
                  <a:pt x="1212033" y="342072"/>
                </a:lnTo>
                <a:lnTo>
                  <a:pt x="1200201" y="342072"/>
                </a:lnTo>
                <a:cubicBezTo>
                  <a:pt x="1193578" y="342072"/>
                  <a:pt x="1189392" y="340268"/>
                  <a:pt x="1187643" y="336659"/>
                </a:cubicBezTo>
                <a:cubicBezTo>
                  <a:pt x="1185895" y="333050"/>
                  <a:pt x="1185020" y="327859"/>
                  <a:pt x="1185020" y="321088"/>
                </a:cubicBezTo>
                <a:lnTo>
                  <a:pt x="1185020" y="263491"/>
                </a:lnTo>
                <a:lnTo>
                  <a:pt x="1211809" y="263491"/>
                </a:lnTo>
                <a:lnTo>
                  <a:pt x="1211809" y="248422"/>
                </a:lnTo>
                <a:lnTo>
                  <a:pt x="1185020" y="248422"/>
                </a:lnTo>
                <a:lnTo>
                  <a:pt x="1185020" y="223531"/>
                </a:lnTo>
                <a:close/>
                <a:moveTo>
                  <a:pt x="878621" y="206899"/>
                </a:moveTo>
                <a:lnTo>
                  <a:pt x="878621" y="357141"/>
                </a:lnTo>
                <a:lnTo>
                  <a:pt x="968922" y="357141"/>
                </a:lnTo>
                <a:lnTo>
                  <a:pt x="968922" y="339840"/>
                </a:lnTo>
                <a:lnTo>
                  <a:pt x="898712" y="339840"/>
                </a:lnTo>
                <a:lnTo>
                  <a:pt x="898712" y="206899"/>
                </a:lnTo>
                <a:close/>
                <a:moveTo>
                  <a:pt x="826791" y="206899"/>
                </a:moveTo>
                <a:lnTo>
                  <a:pt x="826791" y="265389"/>
                </a:lnTo>
                <a:cubicBezTo>
                  <a:pt x="823294" y="259584"/>
                  <a:pt x="818680" y="254989"/>
                  <a:pt x="812950" y="251603"/>
                </a:cubicBezTo>
                <a:cubicBezTo>
                  <a:pt x="807220" y="248218"/>
                  <a:pt x="800486" y="246525"/>
                  <a:pt x="792747" y="246525"/>
                </a:cubicBezTo>
                <a:cubicBezTo>
                  <a:pt x="783445" y="246525"/>
                  <a:pt x="775371" y="248627"/>
                  <a:pt x="768525" y="252831"/>
                </a:cubicBezTo>
                <a:cubicBezTo>
                  <a:pt x="761679" y="257036"/>
                  <a:pt x="756377" y="263268"/>
                  <a:pt x="752619" y="271528"/>
                </a:cubicBezTo>
                <a:cubicBezTo>
                  <a:pt x="748861" y="279788"/>
                  <a:pt x="746982" y="290094"/>
                  <a:pt x="746982" y="302447"/>
                </a:cubicBezTo>
                <a:cubicBezTo>
                  <a:pt x="746982" y="314874"/>
                  <a:pt x="748749" y="325311"/>
                  <a:pt x="752284" y="333757"/>
                </a:cubicBezTo>
                <a:cubicBezTo>
                  <a:pt x="755819" y="342203"/>
                  <a:pt x="760823" y="348546"/>
                  <a:pt x="767297" y="352788"/>
                </a:cubicBezTo>
                <a:cubicBezTo>
                  <a:pt x="773771" y="357030"/>
                  <a:pt x="781436" y="359150"/>
                  <a:pt x="790291" y="359150"/>
                </a:cubicBezTo>
                <a:cubicBezTo>
                  <a:pt x="798551" y="359150"/>
                  <a:pt x="805732" y="357495"/>
                  <a:pt x="811834" y="354183"/>
                </a:cubicBezTo>
                <a:cubicBezTo>
                  <a:pt x="817936" y="350872"/>
                  <a:pt x="822922" y="346574"/>
                  <a:pt x="826791" y="341291"/>
                </a:cubicBezTo>
                <a:lnTo>
                  <a:pt x="827796" y="357141"/>
                </a:lnTo>
                <a:lnTo>
                  <a:pt x="845432" y="357141"/>
                </a:lnTo>
                <a:lnTo>
                  <a:pt x="845432" y="206899"/>
                </a:lnTo>
                <a:close/>
                <a:moveTo>
                  <a:pt x="524521" y="206899"/>
                </a:moveTo>
                <a:lnTo>
                  <a:pt x="524521" y="357141"/>
                </a:lnTo>
                <a:lnTo>
                  <a:pt x="543162" y="357141"/>
                </a:lnTo>
                <a:lnTo>
                  <a:pt x="543162" y="300661"/>
                </a:lnTo>
                <a:lnTo>
                  <a:pt x="595512" y="357141"/>
                </a:lnTo>
                <a:lnTo>
                  <a:pt x="618729" y="357141"/>
                </a:lnTo>
                <a:lnTo>
                  <a:pt x="565151" y="299321"/>
                </a:lnTo>
                <a:lnTo>
                  <a:pt x="614265" y="248422"/>
                </a:lnTo>
                <a:lnTo>
                  <a:pt x="592275" y="248422"/>
                </a:lnTo>
                <a:lnTo>
                  <a:pt x="543162" y="299656"/>
                </a:lnTo>
                <a:lnTo>
                  <a:pt x="543162" y="206899"/>
                </a:lnTo>
                <a:close/>
                <a:moveTo>
                  <a:pt x="230921" y="206899"/>
                </a:moveTo>
                <a:lnTo>
                  <a:pt x="230921" y="357141"/>
                </a:lnTo>
                <a:lnTo>
                  <a:pt x="321222" y="357141"/>
                </a:lnTo>
                <a:lnTo>
                  <a:pt x="321222" y="339840"/>
                </a:lnTo>
                <a:lnTo>
                  <a:pt x="251012" y="339840"/>
                </a:lnTo>
                <a:lnTo>
                  <a:pt x="251012" y="206899"/>
                </a:lnTo>
                <a:close/>
                <a:moveTo>
                  <a:pt x="1000511" y="206341"/>
                </a:moveTo>
                <a:cubicBezTo>
                  <a:pt x="997013" y="206341"/>
                  <a:pt x="994204" y="207364"/>
                  <a:pt x="992083" y="209411"/>
                </a:cubicBezTo>
                <a:cubicBezTo>
                  <a:pt x="989963" y="211457"/>
                  <a:pt x="988902" y="214043"/>
                  <a:pt x="988902" y="217168"/>
                </a:cubicBezTo>
                <a:cubicBezTo>
                  <a:pt x="988902" y="220294"/>
                  <a:pt x="989963" y="222880"/>
                  <a:pt x="992083" y="224926"/>
                </a:cubicBezTo>
                <a:cubicBezTo>
                  <a:pt x="994204" y="226972"/>
                  <a:pt x="997013" y="227996"/>
                  <a:pt x="1000511" y="227996"/>
                </a:cubicBezTo>
                <a:cubicBezTo>
                  <a:pt x="1004008" y="227996"/>
                  <a:pt x="1006836" y="226972"/>
                  <a:pt x="1008994" y="224926"/>
                </a:cubicBezTo>
                <a:cubicBezTo>
                  <a:pt x="1011152" y="222880"/>
                  <a:pt x="1012231" y="220294"/>
                  <a:pt x="1012231" y="217168"/>
                </a:cubicBezTo>
                <a:cubicBezTo>
                  <a:pt x="1012231" y="214043"/>
                  <a:pt x="1011152" y="211457"/>
                  <a:pt x="1008994" y="209411"/>
                </a:cubicBezTo>
                <a:cubicBezTo>
                  <a:pt x="1006836" y="207364"/>
                  <a:pt x="1004008" y="206341"/>
                  <a:pt x="1000511" y="206341"/>
                </a:cubicBezTo>
                <a:close/>
                <a:moveTo>
                  <a:pt x="352811" y="206341"/>
                </a:moveTo>
                <a:cubicBezTo>
                  <a:pt x="349313" y="206341"/>
                  <a:pt x="346504" y="207364"/>
                  <a:pt x="344383" y="209411"/>
                </a:cubicBezTo>
                <a:cubicBezTo>
                  <a:pt x="342263" y="211457"/>
                  <a:pt x="341202" y="214043"/>
                  <a:pt x="341202" y="217168"/>
                </a:cubicBezTo>
                <a:cubicBezTo>
                  <a:pt x="341202" y="220294"/>
                  <a:pt x="342263" y="222880"/>
                  <a:pt x="344383" y="224926"/>
                </a:cubicBezTo>
                <a:cubicBezTo>
                  <a:pt x="346504" y="226972"/>
                  <a:pt x="349313" y="227996"/>
                  <a:pt x="352811" y="227996"/>
                </a:cubicBezTo>
                <a:cubicBezTo>
                  <a:pt x="356308" y="227996"/>
                  <a:pt x="359136" y="226972"/>
                  <a:pt x="361294" y="224926"/>
                </a:cubicBezTo>
                <a:cubicBezTo>
                  <a:pt x="363452" y="222880"/>
                  <a:pt x="364531" y="220294"/>
                  <a:pt x="364531" y="217168"/>
                </a:cubicBezTo>
                <a:cubicBezTo>
                  <a:pt x="364531" y="214043"/>
                  <a:pt x="363452" y="211457"/>
                  <a:pt x="361294" y="209411"/>
                </a:cubicBezTo>
                <a:cubicBezTo>
                  <a:pt x="359136" y="207364"/>
                  <a:pt x="356308" y="206341"/>
                  <a:pt x="352811" y="206341"/>
                </a:cubicBezTo>
                <a:close/>
                <a:moveTo>
                  <a:pt x="0" y="0"/>
                </a:moveTo>
                <a:lnTo>
                  <a:pt x="1432684" y="0"/>
                </a:lnTo>
                <a:lnTo>
                  <a:pt x="1432684" y="573074"/>
                </a:lnTo>
                <a:lnTo>
                  <a:pt x="0" y="573074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  <a:scene3d>
            <a:camera prst="perspectiveHeroicExtremeLeftFacing"/>
            <a:lightRig rig="threePt" dir="t"/>
          </a:scene3d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FF3D20-A95D-C649-8012-15B8C0A46A33}"/>
              </a:ext>
            </a:extLst>
          </p:cNvPr>
          <p:cNvSpPr txBox="1"/>
          <p:nvPr/>
        </p:nvSpPr>
        <p:spPr>
          <a:xfrm>
            <a:off x="838200" y="1690688"/>
            <a:ext cx="80693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Как перебрать все элементы любой коллекции, не зная тонкостей её внутреннего устройства?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24FC3F-DF9C-76CA-37DF-DF0F8F3511CB}"/>
              </a:ext>
            </a:extLst>
          </p:cNvPr>
          <p:cNvSpPr txBox="1"/>
          <p:nvPr/>
        </p:nvSpPr>
        <p:spPr>
          <a:xfrm>
            <a:off x="7420738" y="4281114"/>
            <a:ext cx="1929647" cy="92333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[i] ???</a:t>
            </a:r>
            <a:endParaRPr lang="ru-RU" sz="54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F9FBB-FAB2-6E32-2C3B-ABA3192A8071}"/>
              </a:ext>
            </a:extLst>
          </p:cNvPr>
          <p:cNvSpPr txBox="1"/>
          <p:nvPr/>
        </p:nvSpPr>
        <p:spPr>
          <a:xfrm>
            <a:off x="6016435" y="3283398"/>
            <a:ext cx="1929647" cy="889544"/>
          </a:xfrm>
          <a:custGeom>
            <a:avLst/>
            <a:gdLst/>
            <a:ahLst/>
            <a:cxnLst/>
            <a:rect l="l" t="t" r="r" b="b"/>
            <a:pathLst>
              <a:path w="1694240" h="825502">
                <a:moveTo>
                  <a:pt x="1096023" y="388171"/>
                </a:moveTo>
                <a:cubicBezTo>
                  <a:pt x="1106153" y="388171"/>
                  <a:pt x="1114064" y="391185"/>
                  <a:pt x="1119757" y="397212"/>
                </a:cubicBezTo>
                <a:cubicBezTo>
                  <a:pt x="1125450" y="403240"/>
                  <a:pt x="1128421" y="411946"/>
                  <a:pt x="1128673" y="423332"/>
                </a:cubicBezTo>
                <a:lnTo>
                  <a:pt x="1061867" y="423332"/>
                </a:lnTo>
                <a:cubicBezTo>
                  <a:pt x="1062788" y="411863"/>
                  <a:pt x="1066158" y="403135"/>
                  <a:pt x="1071976" y="397150"/>
                </a:cubicBezTo>
                <a:cubicBezTo>
                  <a:pt x="1077794" y="391164"/>
                  <a:pt x="1085810" y="388171"/>
                  <a:pt x="1096023" y="388171"/>
                </a:cubicBezTo>
                <a:close/>
                <a:moveTo>
                  <a:pt x="819798" y="388171"/>
                </a:moveTo>
                <a:cubicBezTo>
                  <a:pt x="829928" y="388171"/>
                  <a:pt x="837839" y="391185"/>
                  <a:pt x="843532" y="397212"/>
                </a:cubicBezTo>
                <a:cubicBezTo>
                  <a:pt x="849225" y="403240"/>
                  <a:pt x="852196" y="411946"/>
                  <a:pt x="852448" y="423332"/>
                </a:cubicBezTo>
                <a:lnTo>
                  <a:pt x="785642" y="423332"/>
                </a:lnTo>
                <a:cubicBezTo>
                  <a:pt x="786563" y="411863"/>
                  <a:pt x="789933" y="403135"/>
                  <a:pt x="795751" y="397150"/>
                </a:cubicBezTo>
                <a:cubicBezTo>
                  <a:pt x="801569" y="391164"/>
                  <a:pt x="809585" y="388171"/>
                  <a:pt x="819798" y="388171"/>
                </a:cubicBezTo>
                <a:close/>
                <a:moveTo>
                  <a:pt x="686449" y="388171"/>
                </a:moveTo>
                <a:cubicBezTo>
                  <a:pt x="696578" y="388171"/>
                  <a:pt x="704489" y="391185"/>
                  <a:pt x="710182" y="397212"/>
                </a:cubicBezTo>
                <a:cubicBezTo>
                  <a:pt x="715875" y="403240"/>
                  <a:pt x="718847" y="411946"/>
                  <a:pt x="719098" y="423332"/>
                </a:cubicBezTo>
                <a:lnTo>
                  <a:pt x="652292" y="423332"/>
                </a:lnTo>
                <a:cubicBezTo>
                  <a:pt x="653213" y="411863"/>
                  <a:pt x="656583" y="403135"/>
                  <a:pt x="662401" y="397150"/>
                </a:cubicBezTo>
                <a:cubicBezTo>
                  <a:pt x="668219" y="391164"/>
                  <a:pt x="676235" y="388171"/>
                  <a:pt x="686449" y="388171"/>
                </a:cubicBezTo>
                <a:close/>
                <a:moveTo>
                  <a:pt x="611021" y="372726"/>
                </a:moveTo>
                <a:cubicBezTo>
                  <a:pt x="601226" y="372726"/>
                  <a:pt x="593273" y="374860"/>
                  <a:pt x="587162" y="379130"/>
                </a:cubicBezTo>
                <a:cubicBezTo>
                  <a:pt x="581050" y="383399"/>
                  <a:pt x="576279" y="388715"/>
                  <a:pt x="572846" y="395078"/>
                </a:cubicBezTo>
                <a:lnTo>
                  <a:pt x="572093" y="374232"/>
                </a:lnTo>
                <a:lnTo>
                  <a:pt x="552378" y="374232"/>
                </a:lnTo>
                <a:lnTo>
                  <a:pt x="552378" y="496541"/>
                </a:lnTo>
                <a:lnTo>
                  <a:pt x="573348" y="496541"/>
                </a:lnTo>
                <a:lnTo>
                  <a:pt x="573348" y="410649"/>
                </a:lnTo>
                <a:cubicBezTo>
                  <a:pt x="576027" y="406965"/>
                  <a:pt x="579083" y="403721"/>
                  <a:pt x="582515" y="400917"/>
                </a:cubicBezTo>
                <a:cubicBezTo>
                  <a:pt x="585948" y="398112"/>
                  <a:pt x="589966" y="395915"/>
                  <a:pt x="594570" y="394324"/>
                </a:cubicBezTo>
                <a:cubicBezTo>
                  <a:pt x="599175" y="392734"/>
                  <a:pt x="604533" y="391938"/>
                  <a:pt x="610644" y="391938"/>
                </a:cubicBezTo>
                <a:lnTo>
                  <a:pt x="613532" y="391938"/>
                </a:lnTo>
                <a:lnTo>
                  <a:pt x="613532" y="372726"/>
                </a:lnTo>
                <a:close/>
                <a:moveTo>
                  <a:pt x="1096023" y="372098"/>
                </a:moveTo>
                <a:cubicBezTo>
                  <a:pt x="1083466" y="372098"/>
                  <a:pt x="1073106" y="374777"/>
                  <a:pt x="1064944" y="380134"/>
                </a:cubicBezTo>
                <a:cubicBezTo>
                  <a:pt x="1056782" y="385492"/>
                  <a:pt x="1050712" y="392922"/>
                  <a:pt x="1046736" y="402424"/>
                </a:cubicBezTo>
                <a:cubicBezTo>
                  <a:pt x="1042759" y="411925"/>
                  <a:pt x="1040771" y="422913"/>
                  <a:pt x="1040771" y="435387"/>
                </a:cubicBezTo>
                <a:cubicBezTo>
                  <a:pt x="1040771" y="447358"/>
                  <a:pt x="1042822" y="458137"/>
                  <a:pt x="1046924" y="467722"/>
                </a:cubicBezTo>
                <a:cubicBezTo>
                  <a:pt x="1051026" y="477308"/>
                  <a:pt x="1057326" y="484884"/>
                  <a:pt x="1065823" y="490451"/>
                </a:cubicBezTo>
                <a:cubicBezTo>
                  <a:pt x="1074320" y="496018"/>
                  <a:pt x="1085224" y="498802"/>
                  <a:pt x="1098535" y="498802"/>
                </a:cubicBezTo>
                <a:cubicBezTo>
                  <a:pt x="1108832" y="498802"/>
                  <a:pt x="1117748" y="497106"/>
                  <a:pt x="1125282" y="493716"/>
                </a:cubicBezTo>
                <a:cubicBezTo>
                  <a:pt x="1132817" y="490325"/>
                  <a:pt x="1138677" y="485512"/>
                  <a:pt x="1142862" y="479275"/>
                </a:cubicBezTo>
                <a:cubicBezTo>
                  <a:pt x="1147048" y="473038"/>
                  <a:pt x="1149267" y="465608"/>
                  <a:pt x="1149518" y="456986"/>
                </a:cubicBezTo>
                <a:lnTo>
                  <a:pt x="1128798" y="456986"/>
                </a:lnTo>
                <a:cubicBezTo>
                  <a:pt x="1128547" y="465273"/>
                  <a:pt x="1125784" y="471615"/>
                  <a:pt x="1120510" y="476010"/>
                </a:cubicBezTo>
                <a:cubicBezTo>
                  <a:pt x="1115236" y="480405"/>
                  <a:pt x="1107911" y="482603"/>
                  <a:pt x="1098535" y="482603"/>
                </a:cubicBezTo>
                <a:cubicBezTo>
                  <a:pt x="1089745" y="482603"/>
                  <a:pt x="1082671" y="480593"/>
                  <a:pt x="1077313" y="476575"/>
                </a:cubicBezTo>
                <a:cubicBezTo>
                  <a:pt x="1071955" y="472557"/>
                  <a:pt x="1068041" y="467220"/>
                  <a:pt x="1065572" y="460564"/>
                </a:cubicBezTo>
                <a:cubicBezTo>
                  <a:pt x="1063102" y="453909"/>
                  <a:pt x="1061826" y="446605"/>
                  <a:pt x="1061742" y="438652"/>
                </a:cubicBezTo>
                <a:lnTo>
                  <a:pt x="1148890" y="438652"/>
                </a:lnTo>
                <a:cubicBezTo>
                  <a:pt x="1149057" y="437898"/>
                  <a:pt x="1149183" y="436663"/>
                  <a:pt x="1149267" y="434947"/>
                </a:cubicBezTo>
                <a:cubicBezTo>
                  <a:pt x="1149350" y="433231"/>
                  <a:pt x="1149392" y="431745"/>
                  <a:pt x="1149392" y="430489"/>
                </a:cubicBezTo>
                <a:cubicBezTo>
                  <a:pt x="1149392" y="411653"/>
                  <a:pt x="1144662" y="397212"/>
                  <a:pt x="1135202" y="387167"/>
                </a:cubicBezTo>
                <a:cubicBezTo>
                  <a:pt x="1125743" y="377121"/>
                  <a:pt x="1112683" y="372098"/>
                  <a:pt x="1096023" y="372098"/>
                </a:cubicBezTo>
                <a:close/>
                <a:moveTo>
                  <a:pt x="819798" y="372098"/>
                </a:moveTo>
                <a:cubicBezTo>
                  <a:pt x="807241" y="372098"/>
                  <a:pt x="796881" y="374777"/>
                  <a:pt x="788719" y="380134"/>
                </a:cubicBezTo>
                <a:cubicBezTo>
                  <a:pt x="780557" y="385492"/>
                  <a:pt x="774487" y="392922"/>
                  <a:pt x="770511" y="402424"/>
                </a:cubicBezTo>
                <a:cubicBezTo>
                  <a:pt x="766534" y="411925"/>
                  <a:pt x="764546" y="422913"/>
                  <a:pt x="764546" y="435387"/>
                </a:cubicBezTo>
                <a:cubicBezTo>
                  <a:pt x="764546" y="447358"/>
                  <a:pt x="766597" y="458137"/>
                  <a:pt x="770699" y="467722"/>
                </a:cubicBezTo>
                <a:cubicBezTo>
                  <a:pt x="774801" y="477308"/>
                  <a:pt x="781101" y="484884"/>
                  <a:pt x="789598" y="490451"/>
                </a:cubicBezTo>
                <a:cubicBezTo>
                  <a:pt x="798095" y="496018"/>
                  <a:pt x="808999" y="498802"/>
                  <a:pt x="822310" y="498802"/>
                </a:cubicBezTo>
                <a:cubicBezTo>
                  <a:pt x="832607" y="498802"/>
                  <a:pt x="841523" y="497106"/>
                  <a:pt x="849057" y="493716"/>
                </a:cubicBezTo>
                <a:cubicBezTo>
                  <a:pt x="856592" y="490325"/>
                  <a:pt x="862452" y="485512"/>
                  <a:pt x="866637" y="479275"/>
                </a:cubicBezTo>
                <a:cubicBezTo>
                  <a:pt x="870823" y="473038"/>
                  <a:pt x="873042" y="465608"/>
                  <a:pt x="873293" y="456986"/>
                </a:cubicBezTo>
                <a:lnTo>
                  <a:pt x="852573" y="456986"/>
                </a:lnTo>
                <a:cubicBezTo>
                  <a:pt x="852322" y="465273"/>
                  <a:pt x="849559" y="471615"/>
                  <a:pt x="844285" y="476010"/>
                </a:cubicBezTo>
                <a:cubicBezTo>
                  <a:pt x="839011" y="480405"/>
                  <a:pt x="831686" y="482603"/>
                  <a:pt x="822310" y="482603"/>
                </a:cubicBezTo>
                <a:cubicBezTo>
                  <a:pt x="813520" y="482603"/>
                  <a:pt x="806446" y="480593"/>
                  <a:pt x="801088" y="476575"/>
                </a:cubicBezTo>
                <a:cubicBezTo>
                  <a:pt x="795730" y="472557"/>
                  <a:pt x="791816" y="467220"/>
                  <a:pt x="789347" y="460564"/>
                </a:cubicBezTo>
                <a:cubicBezTo>
                  <a:pt x="786877" y="453909"/>
                  <a:pt x="785601" y="446605"/>
                  <a:pt x="785517" y="438652"/>
                </a:cubicBezTo>
                <a:lnTo>
                  <a:pt x="872665" y="438652"/>
                </a:lnTo>
                <a:cubicBezTo>
                  <a:pt x="872832" y="437898"/>
                  <a:pt x="872958" y="436663"/>
                  <a:pt x="873042" y="434947"/>
                </a:cubicBezTo>
                <a:cubicBezTo>
                  <a:pt x="873125" y="433231"/>
                  <a:pt x="873167" y="431745"/>
                  <a:pt x="873167" y="430489"/>
                </a:cubicBezTo>
                <a:cubicBezTo>
                  <a:pt x="873167" y="411653"/>
                  <a:pt x="868437" y="397212"/>
                  <a:pt x="858977" y="387167"/>
                </a:cubicBezTo>
                <a:cubicBezTo>
                  <a:pt x="849518" y="377121"/>
                  <a:pt x="836458" y="372098"/>
                  <a:pt x="819798" y="372098"/>
                </a:cubicBezTo>
                <a:close/>
                <a:moveTo>
                  <a:pt x="686449" y="372098"/>
                </a:moveTo>
                <a:cubicBezTo>
                  <a:pt x="673891" y="372098"/>
                  <a:pt x="663531" y="374777"/>
                  <a:pt x="655369" y="380134"/>
                </a:cubicBezTo>
                <a:cubicBezTo>
                  <a:pt x="647207" y="385492"/>
                  <a:pt x="641137" y="392922"/>
                  <a:pt x="637161" y="402424"/>
                </a:cubicBezTo>
                <a:cubicBezTo>
                  <a:pt x="633184" y="411925"/>
                  <a:pt x="631196" y="422913"/>
                  <a:pt x="631196" y="435387"/>
                </a:cubicBezTo>
                <a:cubicBezTo>
                  <a:pt x="631196" y="447358"/>
                  <a:pt x="633247" y="458137"/>
                  <a:pt x="637349" y="467722"/>
                </a:cubicBezTo>
                <a:cubicBezTo>
                  <a:pt x="641451" y="477308"/>
                  <a:pt x="647751" y="484884"/>
                  <a:pt x="656248" y="490451"/>
                </a:cubicBezTo>
                <a:cubicBezTo>
                  <a:pt x="664745" y="496018"/>
                  <a:pt x="675649" y="498802"/>
                  <a:pt x="688960" y="498802"/>
                </a:cubicBezTo>
                <a:cubicBezTo>
                  <a:pt x="699257" y="498802"/>
                  <a:pt x="708173" y="497106"/>
                  <a:pt x="715707" y="493716"/>
                </a:cubicBezTo>
                <a:cubicBezTo>
                  <a:pt x="723242" y="490325"/>
                  <a:pt x="729102" y="485512"/>
                  <a:pt x="733287" y="479275"/>
                </a:cubicBezTo>
                <a:cubicBezTo>
                  <a:pt x="737473" y="473038"/>
                  <a:pt x="739692" y="465608"/>
                  <a:pt x="739943" y="456986"/>
                </a:cubicBezTo>
                <a:lnTo>
                  <a:pt x="719223" y="456986"/>
                </a:lnTo>
                <a:cubicBezTo>
                  <a:pt x="718972" y="465273"/>
                  <a:pt x="716209" y="471615"/>
                  <a:pt x="710935" y="476010"/>
                </a:cubicBezTo>
                <a:cubicBezTo>
                  <a:pt x="705661" y="480405"/>
                  <a:pt x="698336" y="482603"/>
                  <a:pt x="688960" y="482603"/>
                </a:cubicBezTo>
                <a:cubicBezTo>
                  <a:pt x="680170" y="482603"/>
                  <a:pt x="673096" y="480593"/>
                  <a:pt x="667738" y="476575"/>
                </a:cubicBezTo>
                <a:cubicBezTo>
                  <a:pt x="662380" y="472557"/>
                  <a:pt x="658467" y="467220"/>
                  <a:pt x="655997" y="460564"/>
                </a:cubicBezTo>
                <a:cubicBezTo>
                  <a:pt x="653527" y="453909"/>
                  <a:pt x="652251" y="446605"/>
                  <a:pt x="652167" y="438652"/>
                </a:cubicBezTo>
                <a:lnTo>
                  <a:pt x="739315" y="438652"/>
                </a:lnTo>
                <a:cubicBezTo>
                  <a:pt x="739482" y="437898"/>
                  <a:pt x="739608" y="436663"/>
                  <a:pt x="739692" y="434947"/>
                </a:cubicBezTo>
                <a:cubicBezTo>
                  <a:pt x="739775" y="433231"/>
                  <a:pt x="739817" y="431745"/>
                  <a:pt x="739817" y="430489"/>
                </a:cubicBezTo>
                <a:cubicBezTo>
                  <a:pt x="739817" y="411653"/>
                  <a:pt x="735087" y="397212"/>
                  <a:pt x="725627" y="387167"/>
                </a:cubicBezTo>
                <a:cubicBezTo>
                  <a:pt x="716168" y="377121"/>
                  <a:pt x="703108" y="372098"/>
                  <a:pt x="686449" y="372098"/>
                </a:cubicBezTo>
                <a:close/>
                <a:moveTo>
                  <a:pt x="1185297" y="346229"/>
                </a:moveTo>
                <a:lnTo>
                  <a:pt x="1185297" y="374232"/>
                </a:lnTo>
                <a:lnTo>
                  <a:pt x="1164829" y="374232"/>
                </a:lnTo>
                <a:lnTo>
                  <a:pt x="1164829" y="391185"/>
                </a:lnTo>
                <a:lnTo>
                  <a:pt x="1185297" y="391185"/>
                </a:lnTo>
                <a:lnTo>
                  <a:pt x="1185297" y="456986"/>
                </a:lnTo>
                <a:cubicBezTo>
                  <a:pt x="1185297" y="465273"/>
                  <a:pt x="1186281" y="472368"/>
                  <a:pt x="1188248" y="478270"/>
                </a:cubicBezTo>
                <a:cubicBezTo>
                  <a:pt x="1190215" y="484172"/>
                  <a:pt x="1193836" y="488693"/>
                  <a:pt x="1199110" y="491832"/>
                </a:cubicBezTo>
                <a:cubicBezTo>
                  <a:pt x="1204384" y="494972"/>
                  <a:pt x="1211961" y="496541"/>
                  <a:pt x="1221839" y="496541"/>
                </a:cubicBezTo>
                <a:lnTo>
                  <a:pt x="1236531" y="496541"/>
                </a:lnTo>
                <a:lnTo>
                  <a:pt x="1236531" y="479589"/>
                </a:lnTo>
                <a:lnTo>
                  <a:pt x="1223220" y="479589"/>
                </a:lnTo>
                <a:cubicBezTo>
                  <a:pt x="1215770" y="479589"/>
                  <a:pt x="1211061" y="477559"/>
                  <a:pt x="1209093" y="473498"/>
                </a:cubicBezTo>
                <a:cubicBezTo>
                  <a:pt x="1207126" y="469438"/>
                  <a:pt x="1206142" y="463599"/>
                  <a:pt x="1206142" y="455981"/>
                </a:cubicBezTo>
                <a:lnTo>
                  <a:pt x="1206142" y="391185"/>
                </a:lnTo>
                <a:lnTo>
                  <a:pt x="1236280" y="391185"/>
                </a:lnTo>
                <a:lnTo>
                  <a:pt x="1236280" y="374232"/>
                </a:lnTo>
                <a:lnTo>
                  <a:pt x="1206142" y="374232"/>
                </a:lnTo>
                <a:lnTo>
                  <a:pt x="1206142" y="346229"/>
                </a:lnTo>
                <a:close/>
                <a:moveTo>
                  <a:pt x="420121" y="327519"/>
                </a:moveTo>
                <a:lnTo>
                  <a:pt x="420121" y="346481"/>
                </a:lnTo>
                <a:lnTo>
                  <a:pt x="468215" y="346481"/>
                </a:lnTo>
                <a:lnTo>
                  <a:pt x="468215" y="496541"/>
                </a:lnTo>
                <a:lnTo>
                  <a:pt x="490693" y="496541"/>
                </a:lnTo>
                <a:lnTo>
                  <a:pt x="490693" y="346481"/>
                </a:lnTo>
                <a:lnTo>
                  <a:pt x="538662" y="346481"/>
                </a:lnTo>
                <a:lnTo>
                  <a:pt x="538662" y="327519"/>
                </a:lnTo>
                <a:close/>
                <a:moveTo>
                  <a:pt x="955409" y="325259"/>
                </a:moveTo>
                <a:cubicBezTo>
                  <a:pt x="943772" y="325259"/>
                  <a:pt x="933726" y="326975"/>
                  <a:pt x="925271" y="330407"/>
                </a:cubicBezTo>
                <a:cubicBezTo>
                  <a:pt x="916816" y="333839"/>
                  <a:pt x="910328" y="338841"/>
                  <a:pt x="905807" y="345413"/>
                </a:cubicBezTo>
                <a:cubicBezTo>
                  <a:pt x="901287" y="351985"/>
                  <a:pt x="899026" y="360084"/>
                  <a:pt x="899026" y="369712"/>
                </a:cubicBezTo>
                <a:cubicBezTo>
                  <a:pt x="899026" y="378837"/>
                  <a:pt x="901014" y="386371"/>
                  <a:pt x="904991" y="392315"/>
                </a:cubicBezTo>
                <a:cubicBezTo>
                  <a:pt x="908967" y="398259"/>
                  <a:pt x="915058" y="403219"/>
                  <a:pt x="923262" y="407196"/>
                </a:cubicBezTo>
                <a:cubicBezTo>
                  <a:pt x="931466" y="411172"/>
                  <a:pt x="941931" y="414835"/>
                  <a:pt x="954655" y="418183"/>
                </a:cubicBezTo>
                <a:cubicBezTo>
                  <a:pt x="965455" y="420946"/>
                  <a:pt x="974056" y="423729"/>
                  <a:pt x="980461" y="426534"/>
                </a:cubicBezTo>
                <a:cubicBezTo>
                  <a:pt x="986865" y="429338"/>
                  <a:pt x="991448" y="432624"/>
                  <a:pt x="994211" y="436391"/>
                </a:cubicBezTo>
                <a:cubicBezTo>
                  <a:pt x="996974" y="440159"/>
                  <a:pt x="998355" y="444972"/>
                  <a:pt x="998355" y="450832"/>
                </a:cubicBezTo>
                <a:cubicBezTo>
                  <a:pt x="998355" y="457613"/>
                  <a:pt x="996597" y="463160"/>
                  <a:pt x="993081" y="467471"/>
                </a:cubicBezTo>
                <a:cubicBezTo>
                  <a:pt x="989565" y="471782"/>
                  <a:pt x="984856" y="475005"/>
                  <a:pt x="978954" y="477140"/>
                </a:cubicBezTo>
                <a:cubicBezTo>
                  <a:pt x="973052" y="479275"/>
                  <a:pt x="966543" y="480342"/>
                  <a:pt x="959427" y="480342"/>
                </a:cubicBezTo>
                <a:cubicBezTo>
                  <a:pt x="951725" y="480342"/>
                  <a:pt x="944651" y="479296"/>
                  <a:pt x="938205" y="477203"/>
                </a:cubicBezTo>
                <a:cubicBezTo>
                  <a:pt x="931759" y="475110"/>
                  <a:pt x="926590" y="471510"/>
                  <a:pt x="922697" y="466404"/>
                </a:cubicBezTo>
                <a:cubicBezTo>
                  <a:pt x="918804" y="461297"/>
                  <a:pt x="916858" y="454265"/>
                  <a:pt x="916858" y="445307"/>
                </a:cubicBezTo>
                <a:lnTo>
                  <a:pt x="894129" y="445307"/>
                </a:lnTo>
                <a:cubicBezTo>
                  <a:pt x="894129" y="457865"/>
                  <a:pt x="896996" y="468078"/>
                  <a:pt x="902731" y="475947"/>
                </a:cubicBezTo>
                <a:cubicBezTo>
                  <a:pt x="908465" y="483816"/>
                  <a:pt x="916188" y="489593"/>
                  <a:pt x="925899" y="493276"/>
                </a:cubicBezTo>
                <a:cubicBezTo>
                  <a:pt x="935610" y="496960"/>
                  <a:pt x="946493" y="498802"/>
                  <a:pt x="958548" y="498802"/>
                </a:cubicBezTo>
                <a:cubicBezTo>
                  <a:pt x="970352" y="498802"/>
                  <a:pt x="980942" y="497002"/>
                  <a:pt x="990318" y="493402"/>
                </a:cubicBezTo>
                <a:cubicBezTo>
                  <a:pt x="999694" y="489802"/>
                  <a:pt x="1007103" y="484423"/>
                  <a:pt x="1012545" y="477266"/>
                </a:cubicBezTo>
                <a:cubicBezTo>
                  <a:pt x="1017986" y="470108"/>
                  <a:pt x="1020707" y="461088"/>
                  <a:pt x="1020707" y="450205"/>
                </a:cubicBezTo>
                <a:cubicBezTo>
                  <a:pt x="1020707" y="439991"/>
                  <a:pt x="1018782" y="431745"/>
                  <a:pt x="1014931" y="425467"/>
                </a:cubicBezTo>
                <a:cubicBezTo>
                  <a:pt x="1011080" y="419188"/>
                  <a:pt x="1005073" y="414039"/>
                  <a:pt x="996911" y="410021"/>
                </a:cubicBezTo>
                <a:cubicBezTo>
                  <a:pt x="988749" y="406003"/>
                  <a:pt x="978138" y="402235"/>
                  <a:pt x="965078" y="398719"/>
                </a:cubicBezTo>
                <a:cubicBezTo>
                  <a:pt x="953776" y="395789"/>
                  <a:pt x="944965" y="392985"/>
                  <a:pt x="938645" y="390306"/>
                </a:cubicBezTo>
                <a:cubicBezTo>
                  <a:pt x="932324" y="387627"/>
                  <a:pt x="927866" y="384634"/>
                  <a:pt x="925271" y="381327"/>
                </a:cubicBezTo>
                <a:cubicBezTo>
                  <a:pt x="922676" y="378021"/>
                  <a:pt x="921378" y="373898"/>
                  <a:pt x="921378" y="368958"/>
                </a:cubicBezTo>
                <a:cubicBezTo>
                  <a:pt x="921378" y="360670"/>
                  <a:pt x="924371" y="354371"/>
                  <a:pt x="930357" y="350059"/>
                </a:cubicBezTo>
                <a:cubicBezTo>
                  <a:pt x="936343" y="345748"/>
                  <a:pt x="944735" y="343592"/>
                  <a:pt x="955534" y="343592"/>
                </a:cubicBezTo>
                <a:cubicBezTo>
                  <a:pt x="965999" y="343592"/>
                  <a:pt x="974789" y="346041"/>
                  <a:pt x="981905" y="350938"/>
                </a:cubicBezTo>
                <a:cubicBezTo>
                  <a:pt x="989021" y="355836"/>
                  <a:pt x="992537" y="363056"/>
                  <a:pt x="992453" y="372600"/>
                </a:cubicBezTo>
                <a:lnTo>
                  <a:pt x="1015056" y="372600"/>
                </a:lnTo>
                <a:cubicBezTo>
                  <a:pt x="1015056" y="362135"/>
                  <a:pt x="1012356" y="353387"/>
                  <a:pt x="1006957" y="346355"/>
                </a:cubicBezTo>
                <a:cubicBezTo>
                  <a:pt x="1001557" y="339323"/>
                  <a:pt x="994337" y="334049"/>
                  <a:pt x="985295" y="330533"/>
                </a:cubicBezTo>
                <a:cubicBezTo>
                  <a:pt x="976254" y="327017"/>
                  <a:pt x="966292" y="325259"/>
                  <a:pt x="955409" y="325259"/>
                </a:cubicBezTo>
                <a:close/>
                <a:moveTo>
                  <a:pt x="0" y="0"/>
                </a:moveTo>
                <a:lnTo>
                  <a:pt x="1694240" y="0"/>
                </a:lnTo>
                <a:lnTo>
                  <a:pt x="1694240" y="825502"/>
                </a:lnTo>
                <a:lnTo>
                  <a:pt x="0" y="825502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  <a:scene3d>
            <a:camera prst="perspectiveContrastingRightFacing"/>
            <a:lightRig rig="threePt" dir="t"/>
          </a:scene3d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DD9B75-56D7-4FC0-4FC6-086952EFF511}"/>
              </a:ext>
            </a:extLst>
          </p:cNvPr>
          <p:cNvSpPr txBox="1"/>
          <p:nvPr/>
        </p:nvSpPr>
        <p:spPr>
          <a:xfrm>
            <a:off x="5329442" y="4603803"/>
            <a:ext cx="2000551" cy="825499"/>
          </a:xfrm>
          <a:custGeom>
            <a:avLst/>
            <a:gdLst/>
            <a:ahLst/>
            <a:cxnLst/>
            <a:rect l="l" t="t" r="r" b="b"/>
            <a:pathLst>
              <a:path w="2000551" h="825499">
                <a:moveTo>
                  <a:pt x="603821" y="388546"/>
                </a:moveTo>
                <a:cubicBezTo>
                  <a:pt x="612863" y="388546"/>
                  <a:pt x="620062" y="390576"/>
                  <a:pt x="625420" y="394636"/>
                </a:cubicBezTo>
                <a:cubicBezTo>
                  <a:pt x="630778" y="398696"/>
                  <a:pt x="634629" y="404284"/>
                  <a:pt x="636973" y="411400"/>
                </a:cubicBezTo>
                <a:cubicBezTo>
                  <a:pt x="639317" y="418516"/>
                  <a:pt x="640489" y="426595"/>
                  <a:pt x="640489" y="435636"/>
                </a:cubicBezTo>
                <a:cubicBezTo>
                  <a:pt x="640489" y="444510"/>
                  <a:pt x="639317" y="452442"/>
                  <a:pt x="636973" y="459432"/>
                </a:cubicBezTo>
                <a:cubicBezTo>
                  <a:pt x="634629" y="466422"/>
                  <a:pt x="630778" y="471906"/>
                  <a:pt x="625420" y="475882"/>
                </a:cubicBezTo>
                <a:cubicBezTo>
                  <a:pt x="620062" y="479859"/>
                  <a:pt x="612863" y="481847"/>
                  <a:pt x="603821" y="481847"/>
                </a:cubicBezTo>
                <a:cubicBezTo>
                  <a:pt x="595031" y="481847"/>
                  <a:pt x="588062" y="479859"/>
                  <a:pt x="582913" y="475882"/>
                </a:cubicBezTo>
                <a:cubicBezTo>
                  <a:pt x="577765" y="471906"/>
                  <a:pt x="574060" y="466422"/>
                  <a:pt x="571800" y="459432"/>
                </a:cubicBezTo>
                <a:cubicBezTo>
                  <a:pt x="569540" y="452442"/>
                  <a:pt x="568410" y="444510"/>
                  <a:pt x="568410" y="435636"/>
                </a:cubicBezTo>
                <a:cubicBezTo>
                  <a:pt x="568410" y="426595"/>
                  <a:pt x="569540" y="418516"/>
                  <a:pt x="571800" y="411400"/>
                </a:cubicBezTo>
                <a:cubicBezTo>
                  <a:pt x="574060" y="404284"/>
                  <a:pt x="577765" y="398696"/>
                  <a:pt x="582913" y="394636"/>
                </a:cubicBezTo>
                <a:cubicBezTo>
                  <a:pt x="588062" y="390576"/>
                  <a:pt x="595031" y="388546"/>
                  <a:pt x="603821" y="388546"/>
                </a:cubicBezTo>
                <a:close/>
                <a:moveTo>
                  <a:pt x="1697439" y="388169"/>
                </a:moveTo>
                <a:cubicBezTo>
                  <a:pt x="1707568" y="388169"/>
                  <a:pt x="1715479" y="391183"/>
                  <a:pt x="1721172" y="397210"/>
                </a:cubicBezTo>
                <a:cubicBezTo>
                  <a:pt x="1726865" y="403238"/>
                  <a:pt x="1729837" y="411944"/>
                  <a:pt x="1730088" y="423330"/>
                </a:cubicBezTo>
                <a:lnTo>
                  <a:pt x="1663282" y="423330"/>
                </a:lnTo>
                <a:cubicBezTo>
                  <a:pt x="1664203" y="411861"/>
                  <a:pt x="1667573" y="403133"/>
                  <a:pt x="1673391" y="397148"/>
                </a:cubicBezTo>
                <a:cubicBezTo>
                  <a:pt x="1679209" y="391162"/>
                  <a:pt x="1687225" y="388169"/>
                  <a:pt x="1697439" y="388169"/>
                </a:cubicBezTo>
                <a:close/>
                <a:moveTo>
                  <a:pt x="1421214" y="388169"/>
                </a:moveTo>
                <a:cubicBezTo>
                  <a:pt x="1431343" y="388169"/>
                  <a:pt x="1439254" y="391183"/>
                  <a:pt x="1444947" y="397210"/>
                </a:cubicBezTo>
                <a:cubicBezTo>
                  <a:pt x="1450640" y="403238"/>
                  <a:pt x="1453612" y="411944"/>
                  <a:pt x="1453863" y="423330"/>
                </a:cubicBezTo>
                <a:lnTo>
                  <a:pt x="1387057" y="423330"/>
                </a:lnTo>
                <a:cubicBezTo>
                  <a:pt x="1387978" y="411861"/>
                  <a:pt x="1391348" y="403133"/>
                  <a:pt x="1397166" y="397148"/>
                </a:cubicBezTo>
                <a:cubicBezTo>
                  <a:pt x="1402984" y="391162"/>
                  <a:pt x="1411000" y="388169"/>
                  <a:pt x="1421214" y="388169"/>
                </a:cubicBezTo>
                <a:close/>
                <a:moveTo>
                  <a:pt x="1504962" y="374230"/>
                </a:moveTo>
                <a:lnTo>
                  <a:pt x="1504962" y="454095"/>
                </a:lnTo>
                <a:cubicBezTo>
                  <a:pt x="1504962" y="467908"/>
                  <a:pt x="1508101" y="478750"/>
                  <a:pt x="1514380" y="486619"/>
                </a:cubicBezTo>
                <a:cubicBezTo>
                  <a:pt x="1520659" y="494488"/>
                  <a:pt x="1530872" y="498423"/>
                  <a:pt x="1545020" y="498423"/>
                </a:cubicBezTo>
                <a:cubicBezTo>
                  <a:pt x="1555819" y="498423"/>
                  <a:pt x="1564798" y="496183"/>
                  <a:pt x="1571955" y="491705"/>
                </a:cubicBezTo>
                <a:cubicBezTo>
                  <a:pt x="1579113" y="487226"/>
                  <a:pt x="1584659" y="482559"/>
                  <a:pt x="1588594" y="477703"/>
                </a:cubicBezTo>
                <a:lnTo>
                  <a:pt x="1589222" y="496539"/>
                </a:lnTo>
                <a:lnTo>
                  <a:pt x="1609439" y="496539"/>
                </a:lnTo>
                <a:lnTo>
                  <a:pt x="1609439" y="374230"/>
                </a:lnTo>
                <a:lnTo>
                  <a:pt x="1588343" y="374230"/>
                </a:lnTo>
                <a:lnTo>
                  <a:pt x="1588343" y="460876"/>
                </a:lnTo>
                <a:cubicBezTo>
                  <a:pt x="1584576" y="465899"/>
                  <a:pt x="1579595" y="470315"/>
                  <a:pt x="1573400" y="474124"/>
                </a:cubicBezTo>
                <a:cubicBezTo>
                  <a:pt x="1567205" y="477933"/>
                  <a:pt x="1559503" y="479838"/>
                  <a:pt x="1550294" y="479838"/>
                </a:cubicBezTo>
                <a:cubicBezTo>
                  <a:pt x="1543680" y="479838"/>
                  <a:pt x="1538616" y="478624"/>
                  <a:pt x="1535100" y="476196"/>
                </a:cubicBezTo>
                <a:cubicBezTo>
                  <a:pt x="1531584" y="473769"/>
                  <a:pt x="1529198" y="470378"/>
                  <a:pt x="1527942" y="466025"/>
                </a:cubicBezTo>
                <a:cubicBezTo>
                  <a:pt x="1526686" y="461672"/>
                  <a:pt x="1526058" y="456732"/>
                  <a:pt x="1526058" y="451207"/>
                </a:cubicBezTo>
                <a:lnTo>
                  <a:pt x="1526058" y="374230"/>
                </a:lnTo>
                <a:close/>
                <a:moveTo>
                  <a:pt x="1228737" y="374230"/>
                </a:moveTo>
                <a:lnTo>
                  <a:pt x="1228737" y="454095"/>
                </a:lnTo>
                <a:cubicBezTo>
                  <a:pt x="1228737" y="467908"/>
                  <a:pt x="1231876" y="478750"/>
                  <a:pt x="1238155" y="486619"/>
                </a:cubicBezTo>
                <a:cubicBezTo>
                  <a:pt x="1244434" y="494488"/>
                  <a:pt x="1254647" y="498423"/>
                  <a:pt x="1268795" y="498423"/>
                </a:cubicBezTo>
                <a:cubicBezTo>
                  <a:pt x="1279594" y="498423"/>
                  <a:pt x="1288573" y="496183"/>
                  <a:pt x="1295730" y="491705"/>
                </a:cubicBezTo>
                <a:cubicBezTo>
                  <a:pt x="1302888" y="487226"/>
                  <a:pt x="1308434" y="482559"/>
                  <a:pt x="1312369" y="477703"/>
                </a:cubicBezTo>
                <a:lnTo>
                  <a:pt x="1312997" y="496539"/>
                </a:lnTo>
                <a:lnTo>
                  <a:pt x="1333214" y="496539"/>
                </a:lnTo>
                <a:lnTo>
                  <a:pt x="1333214" y="374230"/>
                </a:lnTo>
                <a:lnTo>
                  <a:pt x="1312118" y="374230"/>
                </a:lnTo>
                <a:lnTo>
                  <a:pt x="1312118" y="460876"/>
                </a:lnTo>
                <a:cubicBezTo>
                  <a:pt x="1308351" y="465899"/>
                  <a:pt x="1303369" y="470315"/>
                  <a:pt x="1297174" y="474124"/>
                </a:cubicBezTo>
                <a:cubicBezTo>
                  <a:pt x="1290980" y="477933"/>
                  <a:pt x="1283278" y="479838"/>
                  <a:pt x="1274069" y="479838"/>
                </a:cubicBezTo>
                <a:cubicBezTo>
                  <a:pt x="1267455" y="479838"/>
                  <a:pt x="1262391" y="478624"/>
                  <a:pt x="1258875" y="476196"/>
                </a:cubicBezTo>
                <a:cubicBezTo>
                  <a:pt x="1255358" y="473769"/>
                  <a:pt x="1252973" y="470378"/>
                  <a:pt x="1251717" y="466025"/>
                </a:cubicBezTo>
                <a:cubicBezTo>
                  <a:pt x="1250461" y="461672"/>
                  <a:pt x="1249833" y="456732"/>
                  <a:pt x="1249833" y="451207"/>
                </a:cubicBezTo>
                <a:lnTo>
                  <a:pt x="1249833" y="374230"/>
                </a:lnTo>
                <a:close/>
                <a:moveTo>
                  <a:pt x="904975" y="374230"/>
                </a:moveTo>
                <a:lnTo>
                  <a:pt x="953823" y="496539"/>
                </a:lnTo>
                <a:lnTo>
                  <a:pt x="949052" y="507590"/>
                </a:lnTo>
                <a:cubicBezTo>
                  <a:pt x="946707" y="513534"/>
                  <a:pt x="943882" y="517782"/>
                  <a:pt x="940575" y="520335"/>
                </a:cubicBezTo>
                <a:cubicBezTo>
                  <a:pt x="937269" y="522889"/>
                  <a:pt x="933229" y="524165"/>
                  <a:pt x="928457" y="524165"/>
                </a:cubicBezTo>
                <a:lnTo>
                  <a:pt x="918160" y="524165"/>
                </a:lnTo>
                <a:lnTo>
                  <a:pt x="918160" y="541495"/>
                </a:lnTo>
                <a:lnTo>
                  <a:pt x="930592" y="541495"/>
                </a:lnTo>
                <a:cubicBezTo>
                  <a:pt x="937875" y="541495"/>
                  <a:pt x="943861" y="540511"/>
                  <a:pt x="948549" y="538544"/>
                </a:cubicBezTo>
                <a:cubicBezTo>
                  <a:pt x="953237" y="536576"/>
                  <a:pt x="957193" y="533374"/>
                  <a:pt x="960416" y="528937"/>
                </a:cubicBezTo>
                <a:cubicBezTo>
                  <a:pt x="963639" y="524500"/>
                  <a:pt x="966674" y="518640"/>
                  <a:pt x="969520" y="511357"/>
                </a:cubicBezTo>
                <a:lnTo>
                  <a:pt x="975296" y="496539"/>
                </a:lnTo>
                <a:lnTo>
                  <a:pt x="1021256" y="374230"/>
                </a:lnTo>
                <a:lnTo>
                  <a:pt x="999909" y="374230"/>
                </a:lnTo>
                <a:lnTo>
                  <a:pt x="964999" y="474313"/>
                </a:lnTo>
                <a:lnTo>
                  <a:pt x="927202" y="374230"/>
                </a:lnTo>
                <a:close/>
                <a:moveTo>
                  <a:pt x="782318" y="374230"/>
                </a:moveTo>
                <a:lnTo>
                  <a:pt x="782318" y="496539"/>
                </a:lnTo>
                <a:lnTo>
                  <a:pt x="803288" y="496539"/>
                </a:lnTo>
                <a:lnTo>
                  <a:pt x="803288" y="374230"/>
                </a:lnTo>
                <a:close/>
                <a:moveTo>
                  <a:pt x="496568" y="374230"/>
                </a:moveTo>
                <a:lnTo>
                  <a:pt x="496568" y="496539"/>
                </a:lnTo>
                <a:lnTo>
                  <a:pt x="517538" y="496539"/>
                </a:lnTo>
                <a:lnTo>
                  <a:pt x="517538" y="374230"/>
                </a:lnTo>
                <a:close/>
                <a:moveTo>
                  <a:pt x="755235" y="372724"/>
                </a:moveTo>
                <a:cubicBezTo>
                  <a:pt x="745441" y="372724"/>
                  <a:pt x="737488" y="374858"/>
                  <a:pt x="731376" y="379128"/>
                </a:cubicBezTo>
                <a:cubicBezTo>
                  <a:pt x="725265" y="383397"/>
                  <a:pt x="720493" y="388713"/>
                  <a:pt x="717061" y="395076"/>
                </a:cubicBezTo>
                <a:lnTo>
                  <a:pt x="716308" y="374230"/>
                </a:lnTo>
                <a:lnTo>
                  <a:pt x="696593" y="374230"/>
                </a:lnTo>
                <a:lnTo>
                  <a:pt x="696593" y="496539"/>
                </a:lnTo>
                <a:lnTo>
                  <a:pt x="717563" y="496539"/>
                </a:lnTo>
                <a:lnTo>
                  <a:pt x="717563" y="410647"/>
                </a:lnTo>
                <a:cubicBezTo>
                  <a:pt x="720242" y="406963"/>
                  <a:pt x="723298" y="403719"/>
                  <a:pt x="726730" y="400915"/>
                </a:cubicBezTo>
                <a:cubicBezTo>
                  <a:pt x="730163" y="398110"/>
                  <a:pt x="734181" y="395913"/>
                  <a:pt x="738785" y="394322"/>
                </a:cubicBezTo>
                <a:cubicBezTo>
                  <a:pt x="743390" y="392732"/>
                  <a:pt x="748748" y="391936"/>
                  <a:pt x="754859" y="391936"/>
                </a:cubicBezTo>
                <a:lnTo>
                  <a:pt x="757747" y="391936"/>
                </a:lnTo>
                <a:lnTo>
                  <a:pt x="757747" y="372724"/>
                </a:lnTo>
                <a:close/>
                <a:moveTo>
                  <a:pt x="469485" y="372724"/>
                </a:moveTo>
                <a:cubicBezTo>
                  <a:pt x="459691" y="372724"/>
                  <a:pt x="451738" y="374858"/>
                  <a:pt x="445626" y="379128"/>
                </a:cubicBezTo>
                <a:cubicBezTo>
                  <a:pt x="439515" y="383397"/>
                  <a:pt x="434743" y="388713"/>
                  <a:pt x="431311" y="395076"/>
                </a:cubicBezTo>
                <a:lnTo>
                  <a:pt x="430558" y="374230"/>
                </a:lnTo>
                <a:lnTo>
                  <a:pt x="410843" y="374230"/>
                </a:lnTo>
                <a:lnTo>
                  <a:pt x="410843" y="496539"/>
                </a:lnTo>
                <a:lnTo>
                  <a:pt x="431813" y="496539"/>
                </a:lnTo>
                <a:lnTo>
                  <a:pt x="431813" y="410647"/>
                </a:lnTo>
                <a:cubicBezTo>
                  <a:pt x="434492" y="406963"/>
                  <a:pt x="437548" y="403719"/>
                  <a:pt x="440980" y="400915"/>
                </a:cubicBezTo>
                <a:cubicBezTo>
                  <a:pt x="444413" y="398110"/>
                  <a:pt x="448431" y="395913"/>
                  <a:pt x="453035" y="394322"/>
                </a:cubicBezTo>
                <a:cubicBezTo>
                  <a:pt x="457640" y="392732"/>
                  <a:pt x="462997" y="391936"/>
                  <a:pt x="469109" y="391936"/>
                </a:cubicBezTo>
                <a:lnTo>
                  <a:pt x="471997" y="391936"/>
                </a:lnTo>
                <a:lnTo>
                  <a:pt x="471997" y="372724"/>
                </a:lnTo>
                <a:close/>
                <a:moveTo>
                  <a:pt x="1697439" y="372096"/>
                </a:moveTo>
                <a:cubicBezTo>
                  <a:pt x="1684881" y="372096"/>
                  <a:pt x="1674521" y="374775"/>
                  <a:pt x="1666359" y="380132"/>
                </a:cubicBezTo>
                <a:cubicBezTo>
                  <a:pt x="1658197" y="385490"/>
                  <a:pt x="1652127" y="392920"/>
                  <a:pt x="1648151" y="402422"/>
                </a:cubicBezTo>
                <a:cubicBezTo>
                  <a:pt x="1644174" y="411923"/>
                  <a:pt x="1642186" y="422911"/>
                  <a:pt x="1642186" y="435385"/>
                </a:cubicBezTo>
                <a:cubicBezTo>
                  <a:pt x="1642186" y="447356"/>
                  <a:pt x="1644237" y="458135"/>
                  <a:pt x="1648339" y="467720"/>
                </a:cubicBezTo>
                <a:cubicBezTo>
                  <a:pt x="1652441" y="477306"/>
                  <a:pt x="1658741" y="484882"/>
                  <a:pt x="1667238" y="490449"/>
                </a:cubicBezTo>
                <a:cubicBezTo>
                  <a:pt x="1675735" y="496016"/>
                  <a:pt x="1686639" y="498800"/>
                  <a:pt x="1699950" y="498800"/>
                </a:cubicBezTo>
                <a:cubicBezTo>
                  <a:pt x="1710247" y="498800"/>
                  <a:pt x="1719163" y="497104"/>
                  <a:pt x="1726697" y="493714"/>
                </a:cubicBezTo>
                <a:cubicBezTo>
                  <a:pt x="1734232" y="490323"/>
                  <a:pt x="1740092" y="485510"/>
                  <a:pt x="1744278" y="479273"/>
                </a:cubicBezTo>
                <a:cubicBezTo>
                  <a:pt x="1748463" y="473036"/>
                  <a:pt x="1750682" y="465606"/>
                  <a:pt x="1750933" y="456984"/>
                </a:cubicBezTo>
                <a:lnTo>
                  <a:pt x="1730213" y="456984"/>
                </a:lnTo>
                <a:cubicBezTo>
                  <a:pt x="1729962" y="465271"/>
                  <a:pt x="1727199" y="471613"/>
                  <a:pt x="1721925" y="476008"/>
                </a:cubicBezTo>
                <a:cubicBezTo>
                  <a:pt x="1716651" y="480403"/>
                  <a:pt x="1709326" y="482601"/>
                  <a:pt x="1699950" y="482601"/>
                </a:cubicBezTo>
                <a:cubicBezTo>
                  <a:pt x="1691160" y="482601"/>
                  <a:pt x="1684086" y="480591"/>
                  <a:pt x="1678728" y="476573"/>
                </a:cubicBezTo>
                <a:cubicBezTo>
                  <a:pt x="1673370" y="472555"/>
                  <a:pt x="1669456" y="467218"/>
                  <a:pt x="1666987" y="460562"/>
                </a:cubicBezTo>
                <a:cubicBezTo>
                  <a:pt x="1664517" y="453907"/>
                  <a:pt x="1663241" y="446603"/>
                  <a:pt x="1663157" y="438650"/>
                </a:cubicBezTo>
                <a:lnTo>
                  <a:pt x="1750305" y="438650"/>
                </a:lnTo>
                <a:cubicBezTo>
                  <a:pt x="1750472" y="437896"/>
                  <a:pt x="1750598" y="436661"/>
                  <a:pt x="1750682" y="434945"/>
                </a:cubicBezTo>
                <a:cubicBezTo>
                  <a:pt x="1750765" y="433229"/>
                  <a:pt x="1750807" y="431743"/>
                  <a:pt x="1750807" y="430487"/>
                </a:cubicBezTo>
                <a:cubicBezTo>
                  <a:pt x="1750807" y="411651"/>
                  <a:pt x="1746077" y="397210"/>
                  <a:pt x="1736618" y="387165"/>
                </a:cubicBezTo>
                <a:cubicBezTo>
                  <a:pt x="1727158" y="377119"/>
                  <a:pt x="1714098" y="372096"/>
                  <a:pt x="1697439" y="372096"/>
                </a:cubicBezTo>
                <a:close/>
                <a:moveTo>
                  <a:pt x="1421214" y="372096"/>
                </a:moveTo>
                <a:cubicBezTo>
                  <a:pt x="1408656" y="372096"/>
                  <a:pt x="1398296" y="374775"/>
                  <a:pt x="1390134" y="380132"/>
                </a:cubicBezTo>
                <a:cubicBezTo>
                  <a:pt x="1381972" y="385490"/>
                  <a:pt x="1375902" y="392920"/>
                  <a:pt x="1371926" y="402422"/>
                </a:cubicBezTo>
                <a:cubicBezTo>
                  <a:pt x="1367949" y="411923"/>
                  <a:pt x="1365961" y="422911"/>
                  <a:pt x="1365961" y="435385"/>
                </a:cubicBezTo>
                <a:cubicBezTo>
                  <a:pt x="1365961" y="447356"/>
                  <a:pt x="1368012" y="458135"/>
                  <a:pt x="1372114" y="467720"/>
                </a:cubicBezTo>
                <a:cubicBezTo>
                  <a:pt x="1376216" y="477306"/>
                  <a:pt x="1382516" y="484882"/>
                  <a:pt x="1391013" y="490449"/>
                </a:cubicBezTo>
                <a:cubicBezTo>
                  <a:pt x="1399510" y="496016"/>
                  <a:pt x="1410414" y="498800"/>
                  <a:pt x="1423725" y="498800"/>
                </a:cubicBezTo>
                <a:cubicBezTo>
                  <a:pt x="1434022" y="498800"/>
                  <a:pt x="1442938" y="497104"/>
                  <a:pt x="1450472" y="493714"/>
                </a:cubicBezTo>
                <a:cubicBezTo>
                  <a:pt x="1458007" y="490323"/>
                  <a:pt x="1463867" y="485510"/>
                  <a:pt x="1468053" y="479273"/>
                </a:cubicBezTo>
                <a:cubicBezTo>
                  <a:pt x="1472238" y="473036"/>
                  <a:pt x="1474457" y="465606"/>
                  <a:pt x="1474708" y="456984"/>
                </a:cubicBezTo>
                <a:lnTo>
                  <a:pt x="1453988" y="456984"/>
                </a:lnTo>
                <a:cubicBezTo>
                  <a:pt x="1453737" y="465271"/>
                  <a:pt x="1450974" y="471613"/>
                  <a:pt x="1445700" y="476008"/>
                </a:cubicBezTo>
                <a:cubicBezTo>
                  <a:pt x="1440426" y="480403"/>
                  <a:pt x="1433101" y="482601"/>
                  <a:pt x="1423725" y="482601"/>
                </a:cubicBezTo>
                <a:cubicBezTo>
                  <a:pt x="1414935" y="482601"/>
                  <a:pt x="1407861" y="480591"/>
                  <a:pt x="1402503" y="476573"/>
                </a:cubicBezTo>
                <a:cubicBezTo>
                  <a:pt x="1397145" y="472555"/>
                  <a:pt x="1393231" y="467218"/>
                  <a:pt x="1390762" y="460562"/>
                </a:cubicBezTo>
                <a:cubicBezTo>
                  <a:pt x="1388292" y="453907"/>
                  <a:pt x="1387015" y="446603"/>
                  <a:pt x="1386932" y="438650"/>
                </a:cubicBezTo>
                <a:lnTo>
                  <a:pt x="1474080" y="438650"/>
                </a:lnTo>
                <a:cubicBezTo>
                  <a:pt x="1474247" y="437896"/>
                  <a:pt x="1474373" y="436661"/>
                  <a:pt x="1474457" y="434945"/>
                </a:cubicBezTo>
                <a:cubicBezTo>
                  <a:pt x="1474540" y="433229"/>
                  <a:pt x="1474582" y="431743"/>
                  <a:pt x="1474582" y="430487"/>
                </a:cubicBezTo>
                <a:cubicBezTo>
                  <a:pt x="1474582" y="411651"/>
                  <a:pt x="1469852" y="397210"/>
                  <a:pt x="1460393" y="387165"/>
                </a:cubicBezTo>
                <a:cubicBezTo>
                  <a:pt x="1450932" y="377119"/>
                  <a:pt x="1437873" y="372096"/>
                  <a:pt x="1421214" y="372096"/>
                </a:cubicBezTo>
                <a:close/>
                <a:moveTo>
                  <a:pt x="603821" y="371845"/>
                </a:moveTo>
                <a:cubicBezTo>
                  <a:pt x="591850" y="371845"/>
                  <a:pt x="581595" y="374398"/>
                  <a:pt x="573056" y="379505"/>
                </a:cubicBezTo>
                <a:cubicBezTo>
                  <a:pt x="564517" y="384611"/>
                  <a:pt x="558008" y="391915"/>
                  <a:pt x="553529" y="401417"/>
                </a:cubicBezTo>
                <a:cubicBezTo>
                  <a:pt x="549050" y="410919"/>
                  <a:pt x="546811" y="422325"/>
                  <a:pt x="546811" y="435636"/>
                </a:cubicBezTo>
                <a:cubicBezTo>
                  <a:pt x="546811" y="448612"/>
                  <a:pt x="549050" y="459809"/>
                  <a:pt x="553529" y="469227"/>
                </a:cubicBezTo>
                <a:cubicBezTo>
                  <a:pt x="558008" y="478645"/>
                  <a:pt x="564517" y="485886"/>
                  <a:pt x="573056" y="490951"/>
                </a:cubicBezTo>
                <a:cubicBezTo>
                  <a:pt x="581595" y="496016"/>
                  <a:pt x="591850" y="498548"/>
                  <a:pt x="603821" y="498548"/>
                </a:cubicBezTo>
                <a:cubicBezTo>
                  <a:pt x="616044" y="498548"/>
                  <a:pt x="626488" y="496016"/>
                  <a:pt x="635152" y="490951"/>
                </a:cubicBezTo>
                <a:cubicBezTo>
                  <a:pt x="643817" y="485886"/>
                  <a:pt x="650472" y="478645"/>
                  <a:pt x="655118" y="469227"/>
                </a:cubicBezTo>
                <a:cubicBezTo>
                  <a:pt x="659765" y="459809"/>
                  <a:pt x="662088" y="448612"/>
                  <a:pt x="662088" y="435636"/>
                </a:cubicBezTo>
                <a:cubicBezTo>
                  <a:pt x="662088" y="422325"/>
                  <a:pt x="659765" y="410919"/>
                  <a:pt x="655118" y="401417"/>
                </a:cubicBezTo>
                <a:cubicBezTo>
                  <a:pt x="650472" y="391915"/>
                  <a:pt x="643817" y="384611"/>
                  <a:pt x="635152" y="379505"/>
                </a:cubicBezTo>
                <a:cubicBezTo>
                  <a:pt x="626488" y="374398"/>
                  <a:pt x="616044" y="371845"/>
                  <a:pt x="603821" y="371845"/>
                </a:cubicBezTo>
                <a:close/>
                <a:moveTo>
                  <a:pt x="843737" y="346227"/>
                </a:moveTo>
                <a:lnTo>
                  <a:pt x="843737" y="374230"/>
                </a:lnTo>
                <a:lnTo>
                  <a:pt x="823269" y="374230"/>
                </a:lnTo>
                <a:lnTo>
                  <a:pt x="823269" y="391183"/>
                </a:lnTo>
                <a:lnTo>
                  <a:pt x="843737" y="391183"/>
                </a:lnTo>
                <a:lnTo>
                  <a:pt x="843737" y="456984"/>
                </a:lnTo>
                <a:cubicBezTo>
                  <a:pt x="843737" y="465271"/>
                  <a:pt x="844721" y="472366"/>
                  <a:pt x="846688" y="478268"/>
                </a:cubicBezTo>
                <a:cubicBezTo>
                  <a:pt x="848655" y="484170"/>
                  <a:pt x="852276" y="488691"/>
                  <a:pt x="857550" y="491830"/>
                </a:cubicBezTo>
                <a:cubicBezTo>
                  <a:pt x="862824" y="494970"/>
                  <a:pt x="870401" y="496539"/>
                  <a:pt x="880279" y="496539"/>
                </a:cubicBezTo>
                <a:lnTo>
                  <a:pt x="894971" y="496539"/>
                </a:lnTo>
                <a:lnTo>
                  <a:pt x="894971" y="479587"/>
                </a:lnTo>
                <a:lnTo>
                  <a:pt x="881660" y="479587"/>
                </a:lnTo>
                <a:cubicBezTo>
                  <a:pt x="874210" y="479587"/>
                  <a:pt x="869501" y="477557"/>
                  <a:pt x="867533" y="473496"/>
                </a:cubicBezTo>
                <a:cubicBezTo>
                  <a:pt x="865566" y="469436"/>
                  <a:pt x="864582" y="463597"/>
                  <a:pt x="864582" y="455979"/>
                </a:cubicBezTo>
                <a:lnTo>
                  <a:pt x="864582" y="391183"/>
                </a:lnTo>
                <a:lnTo>
                  <a:pt x="894720" y="391183"/>
                </a:lnTo>
                <a:lnTo>
                  <a:pt x="894720" y="374230"/>
                </a:lnTo>
                <a:lnTo>
                  <a:pt x="864582" y="374230"/>
                </a:lnTo>
                <a:lnTo>
                  <a:pt x="864582" y="346227"/>
                </a:lnTo>
                <a:close/>
                <a:moveTo>
                  <a:pt x="282929" y="346102"/>
                </a:moveTo>
                <a:lnTo>
                  <a:pt x="319597" y="346102"/>
                </a:lnTo>
                <a:cubicBezTo>
                  <a:pt x="329727" y="346102"/>
                  <a:pt x="337973" y="348823"/>
                  <a:pt x="344335" y="354264"/>
                </a:cubicBezTo>
                <a:cubicBezTo>
                  <a:pt x="350697" y="359706"/>
                  <a:pt x="353879" y="368119"/>
                  <a:pt x="353879" y="379505"/>
                </a:cubicBezTo>
                <a:cubicBezTo>
                  <a:pt x="353879" y="390136"/>
                  <a:pt x="350718" y="398069"/>
                  <a:pt x="344398" y="403301"/>
                </a:cubicBezTo>
                <a:cubicBezTo>
                  <a:pt x="338077" y="408533"/>
                  <a:pt x="329810" y="411149"/>
                  <a:pt x="319597" y="411149"/>
                </a:cubicBezTo>
                <a:lnTo>
                  <a:pt x="282929" y="411149"/>
                </a:lnTo>
                <a:close/>
                <a:moveTo>
                  <a:pt x="1113455" y="343716"/>
                </a:moveTo>
                <a:cubicBezTo>
                  <a:pt x="1127017" y="343716"/>
                  <a:pt x="1137984" y="346793"/>
                  <a:pt x="1146356" y="352946"/>
                </a:cubicBezTo>
                <a:cubicBezTo>
                  <a:pt x="1154727" y="359099"/>
                  <a:pt x="1160860" y="367345"/>
                  <a:pt x="1164752" y="377684"/>
                </a:cubicBezTo>
                <a:cubicBezTo>
                  <a:pt x="1168645" y="388023"/>
                  <a:pt x="1170591" y="399513"/>
                  <a:pt x="1170591" y="412154"/>
                </a:cubicBezTo>
                <a:cubicBezTo>
                  <a:pt x="1170591" y="424711"/>
                  <a:pt x="1168645" y="436159"/>
                  <a:pt x="1164752" y="446498"/>
                </a:cubicBezTo>
                <a:cubicBezTo>
                  <a:pt x="1160860" y="456837"/>
                  <a:pt x="1154727" y="465062"/>
                  <a:pt x="1146356" y="471173"/>
                </a:cubicBezTo>
                <a:cubicBezTo>
                  <a:pt x="1137984" y="477285"/>
                  <a:pt x="1127017" y="480340"/>
                  <a:pt x="1113455" y="480340"/>
                </a:cubicBezTo>
                <a:cubicBezTo>
                  <a:pt x="1099893" y="480340"/>
                  <a:pt x="1088906" y="477285"/>
                  <a:pt x="1080492" y="471173"/>
                </a:cubicBezTo>
                <a:cubicBezTo>
                  <a:pt x="1072079" y="465062"/>
                  <a:pt x="1065947" y="456837"/>
                  <a:pt x="1062096" y="446498"/>
                </a:cubicBezTo>
                <a:cubicBezTo>
                  <a:pt x="1058245" y="436159"/>
                  <a:pt x="1056319" y="424711"/>
                  <a:pt x="1056319" y="412154"/>
                </a:cubicBezTo>
                <a:cubicBezTo>
                  <a:pt x="1056319" y="399513"/>
                  <a:pt x="1058245" y="388023"/>
                  <a:pt x="1062096" y="377684"/>
                </a:cubicBezTo>
                <a:cubicBezTo>
                  <a:pt x="1065947" y="367345"/>
                  <a:pt x="1072079" y="359099"/>
                  <a:pt x="1080492" y="352946"/>
                </a:cubicBezTo>
                <a:cubicBezTo>
                  <a:pt x="1088906" y="346793"/>
                  <a:pt x="1099893" y="343716"/>
                  <a:pt x="1113455" y="343716"/>
                </a:cubicBezTo>
                <a:close/>
                <a:moveTo>
                  <a:pt x="260326" y="327517"/>
                </a:moveTo>
                <a:lnTo>
                  <a:pt x="260326" y="496539"/>
                </a:lnTo>
                <a:lnTo>
                  <a:pt x="282929" y="496539"/>
                </a:lnTo>
                <a:lnTo>
                  <a:pt x="282929" y="429860"/>
                </a:lnTo>
                <a:lnTo>
                  <a:pt x="321355" y="429860"/>
                </a:lnTo>
                <a:cubicBezTo>
                  <a:pt x="331819" y="429860"/>
                  <a:pt x="341237" y="427934"/>
                  <a:pt x="349609" y="424083"/>
                </a:cubicBezTo>
                <a:cubicBezTo>
                  <a:pt x="357981" y="420232"/>
                  <a:pt x="364594" y="414581"/>
                  <a:pt x="369450" y="407131"/>
                </a:cubicBezTo>
                <a:cubicBezTo>
                  <a:pt x="374305" y="399680"/>
                  <a:pt x="376733" y="390471"/>
                  <a:pt x="376733" y="379505"/>
                </a:cubicBezTo>
                <a:cubicBezTo>
                  <a:pt x="376733" y="368287"/>
                  <a:pt x="374305" y="358806"/>
                  <a:pt x="369450" y="351062"/>
                </a:cubicBezTo>
                <a:cubicBezTo>
                  <a:pt x="364594" y="343318"/>
                  <a:pt x="357981" y="337458"/>
                  <a:pt x="349609" y="333482"/>
                </a:cubicBezTo>
                <a:cubicBezTo>
                  <a:pt x="341237" y="329505"/>
                  <a:pt x="331819" y="327517"/>
                  <a:pt x="321355" y="327517"/>
                </a:cubicBezTo>
                <a:close/>
                <a:moveTo>
                  <a:pt x="792740" y="326889"/>
                </a:moveTo>
                <a:cubicBezTo>
                  <a:pt x="788806" y="326889"/>
                  <a:pt x="785645" y="328040"/>
                  <a:pt x="783259" y="330342"/>
                </a:cubicBezTo>
                <a:cubicBezTo>
                  <a:pt x="780873" y="332645"/>
                  <a:pt x="779681" y="335554"/>
                  <a:pt x="779681" y="339070"/>
                </a:cubicBezTo>
                <a:cubicBezTo>
                  <a:pt x="779681" y="342586"/>
                  <a:pt x="780873" y="345495"/>
                  <a:pt x="783259" y="347797"/>
                </a:cubicBezTo>
                <a:cubicBezTo>
                  <a:pt x="785645" y="350099"/>
                  <a:pt x="788806" y="351250"/>
                  <a:pt x="792740" y="351250"/>
                </a:cubicBezTo>
                <a:cubicBezTo>
                  <a:pt x="796675" y="351250"/>
                  <a:pt x="799856" y="350099"/>
                  <a:pt x="802284" y="347797"/>
                </a:cubicBezTo>
                <a:cubicBezTo>
                  <a:pt x="804712" y="345495"/>
                  <a:pt x="805925" y="342586"/>
                  <a:pt x="805925" y="339070"/>
                </a:cubicBezTo>
                <a:cubicBezTo>
                  <a:pt x="805925" y="335554"/>
                  <a:pt x="804712" y="332645"/>
                  <a:pt x="802284" y="330342"/>
                </a:cubicBezTo>
                <a:cubicBezTo>
                  <a:pt x="799856" y="328040"/>
                  <a:pt x="796675" y="326889"/>
                  <a:pt x="792740" y="326889"/>
                </a:cubicBezTo>
                <a:close/>
                <a:moveTo>
                  <a:pt x="506990" y="326889"/>
                </a:moveTo>
                <a:cubicBezTo>
                  <a:pt x="503056" y="326889"/>
                  <a:pt x="499895" y="328040"/>
                  <a:pt x="497509" y="330342"/>
                </a:cubicBezTo>
                <a:cubicBezTo>
                  <a:pt x="495123" y="332645"/>
                  <a:pt x="493930" y="335554"/>
                  <a:pt x="493930" y="339070"/>
                </a:cubicBezTo>
                <a:cubicBezTo>
                  <a:pt x="493930" y="342586"/>
                  <a:pt x="495123" y="345495"/>
                  <a:pt x="497509" y="347797"/>
                </a:cubicBezTo>
                <a:cubicBezTo>
                  <a:pt x="499895" y="350099"/>
                  <a:pt x="503056" y="351250"/>
                  <a:pt x="506990" y="351250"/>
                </a:cubicBezTo>
                <a:cubicBezTo>
                  <a:pt x="510925" y="351250"/>
                  <a:pt x="514106" y="350099"/>
                  <a:pt x="516534" y="347797"/>
                </a:cubicBezTo>
                <a:cubicBezTo>
                  <a:pt x="518962" y="345495"/>
                  <a:pt x="520175" y="342586"/>
                  <a:pt x="520175" y="339070"/>
                </a:cubicBezTo>
                <a:cubicBezTo>
                  <a:pt x="520175" y="335554"/>
                  <a:pt x="518962" y="332645"/>
                  <a:pt x="516534" y="330342"/>
                </a:cubicBezTo>
                <a:cubicBezTo>
                  <a:pt x="514106" y="328040"/>
                  <a:pt x="510925" y="326889"/>
                  <a:pt x="506990" y="326889"/>
                </a:cubicBezTo>
                <a:close/>
                <a:moveTo>
                  <a:pt x="1113455" y="325257"/>
                </a:moveTo>
                <a:cubicBezTo>
                  <a:pt x="1095791" y="325257"/>
                  <a:pt x="1080974" y="328940"/>
                  <a:pt x="1069002" y="336307"/>
                </a:cubicBezTo>
                <a:cubicBezTo>
                  <a:pt x="1057031" y="343674"/>
                  <a:pt x="1048011" y="353887"/>
                  <a:pt x="1041941" y="366947"/>
                </a:cubicBezTo>
                <a:cubicBezTo>
                  <a:pt x="1035872" y="380007"/>
                  <a:pt x="1032837" y="395076"/>
                  <a:pt x="1032837" y="412154"/>
                </a:cubicBezTo>
                <a:cubicBezTo>
                  <a:pt x="1032837" y="429232"/>
                  <a:pt x="1035872" y="444259"/>
                  <a:pt x="1041941" y="457235"/>
                </a:cubicBezTo>
                <a:cubicBezTo>
                  <a:pt x="1048011" y="470211"/>
                  <a:pt x="1057031" y="480382"/>
                  <a:pt x="1069002" y="487749"/>
                </a:cubicBezTo>
                <a:cubicBezTo>
                  <a:pt x="1080974" y="495116"/>
                  <a:pt x="1095791" y="498800"/>
                  <a:pt x="1113455" y="498800"/>
                </a:cubicBezTo>
                <a:lnTo>
                  <a:pt x="1117832" y="498303"/>
                </a:lnTo>
                <a:lnTo>
                  <a:pt x="1123376" y="509222"/>
                </a:lnTo>
                <a:cubicBezTo>
                  <a:pt x="1126306" y="514161"/>
                  <a:pt x="1129989" y="518431"/>
                  <a:pt x="1134426" y="522031"/>
                </a:cubicBezTo>
                <a:cubicBezTo>
                  <a:pt x="1138863" y="525630"/>
                  <a:pt x="1144535" y="528414"/>
                  <a:pt x="1151441" y="530381"/>
                </a:cubicBezTo>
                <a:cubicBezTo>
                  <a:pt x="1158348" y="532349"/>
                  <a:pt x="1166992" y="533332"/>
                  <a:pt x="1177372" y="533332"/>
                </a:cubicBezTo>
                <a:lnTo>
                  <a:pt x="1185911" y="533332"/>
                </a:lnTo>
                <a:lnTo>
                  <a:pt x="1185911" y="513366"/>
                </a:lnTo>
                <a:lnTo>
                  <a:pt x="1179131" y="513366"/>
                </a:lnTo>
                <a:cubicBezTo>
                  <a:pt x="1171177" y="513366"/>
                  <a:pt x="1164710" y="512885"/>
                  <a:pt x="1159729" y="511922"/>
                </a:cubicBezTo>
                <a:cubicBezTo>
                  <a:pt x="1154748" y="510959"/>
                  <a:pt x="1150688" y="509452"/>
                  <a:pt x="1147549" y="507401"/>
                </a:cubicBezTo>
                <a:cubicBezTo>
                  <a:pt x="1144409" y="505350"/>
                  <a:pt x="1141710" y="502713"/>
                  <a:pt x="1139449" y="499490"/>
                </a:cubicBezTo>
                <a:lnTo>
                  <a:pt x="1137352" y="496086"/>
                </a:lnTo>
                <a:lnTo>
                  <a:pt x="1137785" y="496037"/>
                </a:lnTo>
                <a:cubicBezTo>
                  <a:pt x="1145173" y="494195"/>
                  <a:pt x="1151839" y="491433"/>
                  <a:pt x="1157783" y="487749"/>
                </a:cubicBezTo>
                <a:cubicBezTo>
                  <a:pt x="1169671" y="480382"/>
                  <a:pt x="1178649" y="470211"/>
                  <a:pt x="1184719" y="457235"/>
                </a:cubicBezTo>
                <a:cubicBezTo>
                  <a:pt x="1190788" y="444259"/>
                  <a:pt x="1193823" y="429232"/>
                  <a:pt x="1193823" y="412154"/>
                </a:cubicBezTo>
                <a:cubicBezTo>
                  <a:pt x="1193823" y="395076"/>
                  <a:pt x="1190788" y="380007"/>
                  <a:pt x="1184719" y="366947"/>
                </a:cubicBezTo>
                <a:cubicBezTo>
                  <a:pt x="1178649" y="353887"/>
                  <a:pt x="1169671" y="343674"/>
                  <a:pt x="1157783" y="336307"/>
                </a:cubicBezTo>
                <a:cubicBezTo>
                  <a:pt x="1145895" y="328940"/>
                  <a:pt x="1131119" y="325257"/>
                  <a:pt x="1113455" y="325257"/>
                </a:cubicBezTo>
                <a:close/>
                <a:moveTo>
                  <a:pt x="0" y="0"/>
                </a:moveTo>
                <a:lnTo>
                  <a:pt x="2000551" y="0"/>
                </a:lnTo>
                <a:lnTo>
                  <a:pt x="2000551" y="825499"/>
                </a:lnTo>
                <a:lnTo>
                  <a:pt x="0" y="825499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  <a:scene3d>
            <a:camera prst="perspectiveHeroicExtremeRightFacing"/>
            <a:lightRig rig="threePt" dir="t"/>
          </a:scene3d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10162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D5C57-3D75-B1AA-7789-08BCAA7C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 – поведенческий шаблон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3B57B5-C795-1999-95AC-9A9A7D180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используется для перемещения по контейнеру (коллекции) и доступа к его элементам</a:t>
            </a:r>
          </a:p>
          <a:p>
            <a:r>
              <a:rPr lang="ru-RU" dirty="0"/>
              <a:t>отделяет алгоритмы от контейнеров</a:t>
            </a:r>
          </a:p>
        </p:txBody>
      </p:sp>
    </p:spTree>
    <p:extLst>
      <p:ext uri="{BB962C8B-B14F-4D97-AF65-F5344CB8AC3E}">
        <p14:creationId xmlns:p14="http://schemas.microsoft.com/office/powerpoint/2010/main" val="357832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C6C008-C9A3-935D-E7EE-A3B7D2F30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30" y="300090"/>
            <a:ext cx="9810004" cy="6257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EE1F2A-76FF-DA87-823D-C698B4005F83}"/>
              </a:ext>
            </a:extLst>
          </p:cNvPr>
          <p:cNvSpPr txBox="1"/>
          <p:nvPr/>
        </p:nvSpPr>
        <p:spPr>
          <a:xfrm>
            <a:off x="7865533" y="897191"/>
            <a:ext cx="4089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 также</a:t>
            </a:r>
            <a:r>
              <a:rPr lang="en-US" sz="2400" dirty="0"/>
              <a:t> </a:t>
            </a:r>
            <a:r>
              <a:rPr lang="en-US" sz="2400" dirty="0" err="1"/>
              <a:t>Spliterator</a:t>
            </a:r>
            <a:r>
              <a:rPr lang="ru-RU" sz="2400" dirty="0"/>
              <a:t> для потоков</a:t>
            </a:r>
            <a:r>
              <a:rPr lang="en-US" sz="2400" dirty="0"/>
              <a:t> (= Splitting + Iterator)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02230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0F4E4-C19B-7A33-A48A-9F8D6499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r>
              <a:rPr lang="en-US" dirty="0"/>
              <a:t>Interface Iterator&lt;E&gt;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7910DD8-9C68-5358-8751-AA915486E6C3}"/>
              </a:ext>
            </a:extLst>
          </p:cNvPr>
          <p:cNvGraphicFramePr>
            <a:graphicFrameLocks noGrp="1"/>
          </p:cNvGraphicFramePr>
          <p:nvPr/>
        </p:nvGraphicFramePr>
        <p:xfrm>
          <a:off x="103716" y="1594177"/>
          <a:ext cx="11984567" cy="3669646"/>
        </p:xfrm>
        <a:graphic>
          <a:graphicData uri="http://schemas.openxmlformats.org/drawingml/2006/table">
            <a:tbl>
              <a:tblPr/>
              <a:tblGrid>
                <a:gridCol w="1999785">
                  <a:extLst>
                    <a:ext uri="{9D8B030D-6E8A-4147-A177-3AD203B41FA5}">
                      <a16:colId xmlns:a16="http://schemas.microsoft.com/office/drawing/2014/main" val="3451125891"/>
                    </a:ext>
                  </a:extLst>
                </a:gridCol>
                <a:gridCol w="3986148">
                  <a:extLst>
                    <a:ext uri="{9D8B030D-6E8A-4147-A177-3AD203B41FA5}">
                      <a16:colId xmlns:a16="http://schemas.microsoft.com/office/drawing/2014/main" val="1833225278"/>
                    </a:ext>
                  </a:extLst>
                </a:gridCol>
                <a:gridCol w="5998634">
                  <a:extLst>
                    <a:ext uri="{9D8B030D-6E8A-4147-A177-3AD203B41FA5}">
                      <a16:colId xmlns:a16="http://schemas.microsoft.com/office/drawing/2014/main" val="275734471"/>
                    </a:ext>
                  </a:extLst>
                </a:gridCol>
              </a:tblGrid>
              <a:tr h="42751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Модификатор и тип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Метод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984804"/>
                  </a:ext>
                </a:extLst>
              </a:tr>
              <a:tr h="108243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default void</a:t>
                      </a:r>
                      <a:endParaRPr lang="en-US" sz="1800" dirty="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/>
                        </a:rPr>
                        <a:t>forEachRemaining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 tooltip="interface in java.util.function"/>
                        </a:rPr>
                        <a:t>Consumer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&lt;?super 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 tooltip="type parameter in Iterator"/>
                        </a:rPr>
                        <a:t>E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&gt; action)</a:t>
                      </a:r>
                      <a:endParaRPr lang="en-US" sz="1800" b="0" dirty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Выполняет заданное действие для каждого оставшегося элемента до тех пор, пока все элементы не будут обработаны или действие не вызовет исключение.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32645"/>
                  </a:ext>
                </a:extLst>
              </a:tr>
              <a:tr h="42751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 err="1">
                          <a:effectLst/>
                          <a:latin typeface="DejaVu Sans Mono"/>
                        </a:rPr>
                        <a:t>boolean</a:t>
                      </a:r>
                      <a:endParaRPr lang="en-US" sz="1800" dirty="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/>
                        </a:rPr>
                        <a:t>hasNext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true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если итерация содержит больше элементов.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196696"/>
                  </a:ext>
                </a:extLst>
              </a:tr>
              <a:tr h="42751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 tooltip="type parameter in Iterator"/>
                        </a:rPr>
                        <a:t>E</a:t>
                      </a:r>
                      <a:endParaRPr lang="en-US" sz="180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7"/>
                        </a:rPr>
                        <a:t>next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следующий элемент в итерации.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16352"/>
                  </a:ext>
                </a:extLst>
              </a:tr>
              <a:tr h="7549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default void</a:t>
                      </a:r>
                      <a:endParaRPr lang="en-US" sz="180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8"/>
                        </a:rPr>
                        <a:t>remove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Удаляет из базовой коллекции последний элемент, возвращенный этим итератором (необязательная операция).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955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418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4180FD-DCA8-644F-022D-7A9D3ADFEDB7}"/>
              </a:ext>
            </a:extLst>
          </p:cNvPr>
          <p:cNvSpPr txBox="1"/>
          <p:nvPr/>
        </p:nvSpPr>
        <p:spPr>
          <a:xfrm>
            <a:off x="0" y="1182231"/>
            <a:ext cx="5542384" cy="44935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effectLst/>
                <a:latin typeface="JetBrains Mono"/>
              </a:rPr>
              <a:t>        List&lt;String&gt; list = new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Iterator&lt;String&gt; iterator1 = </a:t>
            </a:r>
            <a:r>
              <a:rPr lang="en-US" sz="2200" dirty="0" err="1">
                <a:effectLst/>
                <a:latin typeface="JetBrains Mono"/>
              </a:rPr>
              <a:t>list.iterator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effectLst/>
                <a:latin typeface="JetBrains Mono"/>
              </a:rPr>
              <a:t>Set&lt;String&gt; set =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>
                <a:effectLst/>
                <a:latin typeface="JetBrains Mono"/>
              </a:rPr>
              <a:t>HashSet&lt;&gt;();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set.add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set.add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set.add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Iterator&lt;String&gt; iterator2 = </a:t>
            </a:r>
            <a:r>
              <a:rPr lang="en-US" sz="2200" dirty="0" err="1">
                <a:effectLst/>
                <a:latin typeface="JetBrains Mono"/>
              </a:rPr>
              <a:t>set.iterator</a:t>
            </a:r>
            <a:r>
              <a:rPr lang="en-US" sz="2200" dirty="0">
                <a:effectLst/>
                <a:latin typeface="JetBrains Mono"/>
              </a:rPr>
              <a:t>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AEEE44-9F4C-D8BE-5DF7-4D9D9BA4654B}"/>
              </a:ext>
            </a:extLst>
          </p:cNvPr>
          <p:cNvSpPr txBox="1"/>
          <p:nvPr/>
        </p:nvSpPr>
        <p:spPr>
          <a:xfrm>
            <a:off x="0" y="0"/>
            <a:ext cx="73369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Пример создания итераторов</a:t>
            </a:r>
            <a:endParaRPr lang="ru-RU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8080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AA7EB-656A-C91E-260C-6D202927D531}"/>
              </a:ext>
            </a:extLst>
          </p:cNvPr>
          <p:cNvSpPr txBox="1"/>
          <p:nvPr/>
        </p:nvSpPr>
        <p:spPr>
          <a:xfrm>
            <a:off x="0" y="1690062"/>
            <a:ext cx="953744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sz="2200" dirty="0">
                <a:latin typeface="JetBrains Mono"/>
              </a:rPr>
            </a:br>
            <a:r>
              <a:rPr lang="ru-RU" sz="2200" dirty="0">
                <a:latin typeface="JetBrains Mono"/>
              </a:rPr>
              <a:t> </a:t>
            </a:r>
            <a:r>
              <a:rPr lang="en-US" sz="2200" dirty="0">
                <a:latin typeface="JetBrains Mono"/>
              </a:rPr>
              <a:t>       Map&lt;String, String&gt; map = </a:t>
            </a:r>
            <a:r>
              <a:rPr lang="en-US" sz="2200" dirty="0">
                <a:solidFill>
                  <a:srgbClr val="CF8E6D"/>
                </a:solidFill>
                <a:latin typeface="JetBrains Mono"/>
              </a:rPr>
              <a:t>new </a:t>
            </a:r>
            <a:r>
              <a:rPr lang="en-US" sz="2200" dirty="0">
                <a:latin typeface="JetBrains Mono"/>
              </a:rPr>
              <a:t>HashMap&lt;&gt;();</a:t>
            </a:r>
            <a:br>
              <a:rPr lang="en-US" sz="2200" dirty="0">
                <a:latin typeface="JetBrains Mono"/>
              </a:rPr>
            </a:br>
            <a:r>
              <a:rPr lang="en-US" sz="2200" dirty="0">
                <a:latin typeface="JetBrains Mono"/>
              </a:rPr>
              <a:t>        </a:t>
            </a:r>
            <a:r>
              <a:rPr lang="en-US" sz="2200" dirty="0" err="1">
                <a:latin typeface="JetBrains Mono"/>
              </a:rPr>
              <a:t>map.put</a:t>
            </a:r>
            <a:r>
              <a:rPr lang="en-US" sz="2200" dirty="0"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latin typeface="JetBrains Mono"/>
              </a:rPr>
              <a:t>"key1"</a:t>
            </a:r>
            <a:r>
              <a:rPr lang="en-US" sz="2200" dirty="0">
                <a:latin typeface="JetBrains Mono"/>
              </a:rPr>
              <a:t>,</a:t>
            </a:r>
            <a:r>
              <a:rPr lang="en-US" sz="2200" dirty="0">
                <a:solidFill>
                  <a:srgbClr val="BCBEC4"/>
                </a:solidFill>
                <a:latin typeface="JetBrains Mono"/>
              </a:rPr>
              <a:t> </a:t>
            </a:r>
            <a:r>
              <a:rPr lang="en-US" sz="2200" dirty="0">
                <a:solidFill>
                  <a:srgbClr val="6AAB73"/>
                </a:solidFill>
                <a:latin typeface="JetBrains Mono"/>
              </a:rPr>
              <a:t>"value1</a:t>
            </a:r>
            <a:r>
              <a:rPr lang="en-US" sz="2200" dirty="0">
                <a:latin typeface="JetBrains Mono"/>
              </a:rPr>
              <a:t>");</a:t>
            </a:r>
            <a:br>
              <a:rPr lang="en-US" sz="2200" dirty="0">
                <a:latin typeface="JetBrains Mono"/>
              </a:rPr>
            </a:br>
            <a:r>
              <a:rPr lang="en-US" sz="2200" dirty="0">
                <a:latin typeface="JetBrains Mono"/>
              </a:rPr>
              <a:t>        </a:t>
            </a:r>
            <a:r>
              <a:rPr lang="en-US" sz="2200" dirty="0" err="1">
                <a:latin typeface="JetBrains Mono"/>
              </a:rPr>
              <a:t>map.put</a:t>
            </a:r>
            <a:r>
              <a:rPr lang="en-US" sz="2200" dirty="0"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latin typeface="JetBrains Mono"/>
              </a:rPr>
              <a:t>"key2"</a:t>
            </a:r>
            <a:r>
              <a:rPr lang="en-US" sz="2200" dirty="0">
                <a:latin typeface="JetBrains Mono"/>
              </a:rPr>
              <a:t>, </a:t>
            </a:r>
            <a:r>
              <a:rPr lang="en-US" sz="2200" dirty="0">
                <a:solidFill>
                  <a:srgbClr val="6AAB73"/>
                </a:solidFill>
                <a:latin typeface="JetBrains Mono"/>
              </a:rPr>
              <a:t>"value2"</a:t>
            </a:r>
            <a:r>
              <a:rPr lang="en-US" sz="2200" dirty="0">
                <a:latin typeface="JetBrains Mono"/>
              </a:rPr>
              <a:t>);</a:t>
            </a:r>
            <a:br>
              <a:rPr lang="en-US" sz="2200" dirty="0">
                <a:latin typeface="JetBrains Mono"/>
              </a:rPr>
            </a:br>
            <a:br>
              <a:rPr lang="en-US" sz="2200" dirty="0">
                <a:latin typeface="JetBrains Mono"/>
              </a:rPr>
            </a:br>
            <a:r>
              <a:rPr lang="en-US" sz="2200" dirty="0">
                <a:latin typeface="JetBrains Mono"/>
              </a:rPr>
              <a:t>        Iterator&lt;String&gt; </a:t>
            </a:r>
            <a:r>
              <a:rPr lang="en-US" sz="2200" dirty="0" err="1">
                <a:latin typeface="JetBrains Mono"/>
              </a:rPr>
              <a:t>keyIterator</a:t>
            </a:r>
            <a:r>
              <a:rPr lang="en-US" sz="2200" dirty="0">
                <a:latin typeface="JetBrains Mono"/>
              </a:rPr>
              <a:t> = </a:t>
            </a:r>
            <a:r>
              <a:rPr lang="en-US" sz="2200" dirty="0" err="1">
                <a:latin typeface="JetBrains Mono"/>
              </a:rPr>
              <a:t>map.keySet</a:t>
            </a:r>
            <a:r>
              <a:rPr lang="en-US" sz="2200" dirty="0">
                <a:latin typeface="JetBrains Mono"/>
              </a:rPr>
              <a:t>().iterator();</a:t>
            </a:r>
            <a:br>
              <a:rPr lang="en-US" sz="2200" dirty="0">
                <a:latin typeface="JetBrains Mono"/>
              </a:rPr>
            </a:br>
            <a:r>
              <a:rPr lang="en-US" sz="2200" dirty="0">
                <a:latin typeface="JetBrains Mono"/>
              </a:rPr>
              <a:t>        Iterator&lt;String&gt; </a:t>
            </a:r>
            <a:r>
              <a:rPr lang="en-US" sz="2200" dirty="0" err="1">
                <a:latin typeface="JetBrains Mono"/>
              </a:rPr>
              <a:t>valueIterator</a:t>
            </a:r>
            <a:r>
              <a:rPr lang="en-US" sz="2200" dirty="0">
                <a:latin typeface="JetBrains Mono"/>
              </a:rPr>
              <a:t> = </a:t>
            </a:r>
            <a:r>
              <a:rPr lang="en-US" sz="2200" dirty="0" err="1">
                <a:latin typeface="JetBrains Mono"/>
              </a:rPr>
              <a:t>map.values</a:t>
            </a:r>
            <a:r>
              <a:rPr lang="en-US" sz="2200" dirty="0">
                <a:latin typeface="JetBrains Mono"/>
              </a:rPr>
              <a:t>().iterator();</a:t>
            </a:r>
            <a:br>
              <a:rPr lang="en-US" sz="2200" dirty="0">
                <a:latin typeface="JetBrains Mono"/>
              </a:rPr>
            </a:br>
            <a:br>
              <a:rPr lang="en-US" sz="2200" dirty="0">
                <a:latin typeface="JetBrains Mono"/>
              </a:rPr>
            </a:br>
            <a:r>
              <a:rPr lang="en-US" sz="2200" dirty="0">
                <a:latin typeface="JetBrains Mono"/>
              </a:rPr>
              <a:t>        Iterator&lt;</a:t>
            </a:r>
            <a:r>
              <a:rPr lang="en-US" sz="2200" dirty="0" err="1">
                <a:latin typeface="JetBrains Mono"/>
              </a:rPr>
              <a:t>Map.Entry</a:t>
            </a:r>
            <a:r>
              <a:rPr lang="en-US" sz="2200" dirty="0">
                <a:latin typeface="JetBrains Mono"/>
              </a:rPr>
              <a:t>&lt;String, String&gt;&gt; </a:t>
            </a:r>
            <a:r>
              <a:rPr lang="en-US" sz="2200" dirty="0" err="1">
                <a:latin typeface="JetBrains Mono"/>
              </a:rPr>
              <a:t>entryIterator</a:t>
            </a:r>
            <a:r>
              <a:rPr lang="en-US" sz="2200" dirty="0">
                <a:latin typeface="JetBrains Mono"/>
              </a:rPr>
              <a:t> = </a:t>
            </a:r>
            <a:r>
              <a:rPr lang="en-US" sz="2200" dirty="0" err="1">
                <a:latin typeface="JetBrains Mono"/>
              </a:rPr>
              <a:t>map.entrySet</a:t>
            </a:r>
            <a:r>
              <a:rPr lang="en-US" sz="2200" dirty="0">
                <a:latin typeface="JetBrains Mono"/>
              </a:rPr>
              <a:t>().iterator();</a:t>
            </a:r>
            <a:br>
              <a:rPr lang="en-US" sz="2200" dirty="0">
                <a:latin typeface="JetBrains Mono"/>
              </a:rPr>
            </a:br>
            <a:endParaRPr lang="ru-RU" sz="2200" dirty="0"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51153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358DBE-9B39-E88B-3F0F-545EAD1E3DC4}"/>
              </a:ext>
            </a:extLst>
          </p:cNvPr>
          <p:cNvSpPr txBox="1"/>
          <p:nvPr/>
        </p:nvSpPr>
        <p:spPr>
          <a:xfrm>
            <a:off x="856083" y="335845"/>
            <a:ext cx="852118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effectLst/>
                <a:latin typeface="JetBrains Mono"/>
              </a:rPr>
              <a:t>List&lt;String&gt; list =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</a:t>
            </a:r>
            <a:r>
              <a:rPr lang="en-US" sz="2200" dirty="0">
                <a:effectLst/>
                <a:latin typeface="JetBrains Mono"/>
              </a:rPr>
              <a:t>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Iterator&lt;String&gt; iterator1 = </a:t>
            </a:r>
            <a:r>
              <a:rPr lang="en-US" sz="2200" dirty="0" err="1">
                <a:effectLst/>
                <a:latin typeface="JetBrains Mono"/>
              </a:rPr>
              <a:t>list.iterator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(iterator1.hasNext())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String next = iterator1.next();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next 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List list2 =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</a:t>
            </a:r>
            <a:r>
              <a:rPr lang="en-US" sz="2200" dirty="0">
                <a:effectLst/>
                <a:latin typeface="JetBrains Mono"/>
              </a:rPr>
              <a:t>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list2.add(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 iterator2 = list2.iterator();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(iterator2.hasNext())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String next = (String) iterator2.next();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</a:t>
            </a:r>
            <a: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  <a:t>приходится делать каст</a:t>
            </a:r>
            <a:b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6897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F8F65-27B5-2275-1E17-9C3991379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097348" cy="765110"/>
          </a:xfrm>
        </p:spPr>
        <p:txBody>
          <a:bodyPr>
            <a:noAutofit/>
          </a:bodyPr>
          <a:lstStyle/>
          <a:p>
            <a:r>
              <a:rPr lang="ru-RU" dirty="0"/>
              <a:t>Обход с использованием итератора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8A5EF-E0B8-E320-ADD8-EB5E1703201E}"/>
              </a:ext>
            </a:extLst>
          </p:cNvPr>
          <p:cNvSpPr txBox="1"/>
          <p:nvPr/>
        </p:nvSpPr>
        <p:spPr>
          <a:xfrm>
            <a:off x="164841" y="1690060"/>
            <a:ext cx="538376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effectLst/>
                <a:latin typeface="JetBrains Mono"/>
              </a:rPr>
              <a:t>        List&lt;String&gt; list 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Iterator&lt;String&gt; iterator1 = </a:t>
            </a:r>
            <a:r>
              <a:rPr lang="en-US" sz="2200" dirty="0" err="1">
                <a:effectLst/>
                <a:latin typeface="JetBrains Mono"/>
              </a:rPr>
              <a:t>list.iterator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(iterator1.hasNext())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    String next = iterator1.next();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   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next 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}</a:t>
            </a:r>
            <a:endParaRPr lang="ru-RU" sz="2200" dirty="0"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CA640-6B9E-39BE-2768-1DB4E1ED1210}"/>
              </a:ext>
            </a:extLst>
          </p:cNvPr>
          <p:cNvSpPr txBox="1"/>
          <p:nvPr/>
        </p:nvSpPr>
        <p:spPr>
          <a:xfrm>
            <a:off x="5803641" y="1859336"/>
            <a:ext cx="62235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JetBrains Mono"/>
              </a:rPr>
              <a:t>        Set&lt;String&gt; set =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>
                <a:effectLst/>
                <a:latin typeface="JetBrains Mono"/>
              </a:rPr>
              <a:t>HashSet&lt;&gt;();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set.add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set.add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set.add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Iterator&lt;String&gt; iterator2 = </a:t>
            </a:r>
            <a:r>
              <a:rPr lang="en-US" sz="2200" dirty="0" err="1">
                <a:effectLst/>
                <a:latin typeface="JetBrains Mono"/>
              </a:rPr>
              <a:t>set.iterator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(iterator2.hasNext())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   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iterator2.next() 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}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79108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FCC5F-8DF4-6955-DA2A-320327BCD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46567" cy="857185"/>
          </a:xfrm>
        </p:spPr>
        <p:txBody>
          <a:bodyPr>
            <a:normAutofit fontScale="90000"/>
          </a:bodyPr>
          <a:lstStyle/>
          <a:p>
            <a:r>
              <a:rPr lang="ru-RU" dirty="0"/>
              <a:t>Об изменении коллекции во время обхода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B90B4-7916-49E5-924A-7DE660008716}"/>
              </a:ext>
            </a:extLst>
          </p:cNvPr>
          <p:cNvSpPr txBox="1"/>
          <p:nvPr/>
        </p:nvSpPr>
        <p:spPr>
          <a:xfrm>
            <a:off x="0" y="1690062"/>
            <a:ext cx="110189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List&lt;String&gt; list = new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Iterator&lt;String&gt; iterator1 = </a:t>
            </a:r>
            <a:r>
              <a:rPr lang="en-US" sz="2200" dirty="0" err="1">
                <a:effectLst/>
                <a:latin typeface="JetBrains Mono"/>
              </a:rPr>
              <a:t>list.iterator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ru-RU" sz="2200" dirty="0">
                <a:solidFill>
                  <a:srgbClr val="BCBEC4"/>
                </a:solidFill>
                <a:effectLst/>
                <a:latin typeface="JetBrains Mono"/>
              </a:rPr>
              <a:t>	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(iterator1.hasNext())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</a:t>
            </a:r>
            <a:r>
              <a:rPr lang="ru-RU" sz="2200" dirty="0">
                <a:effectLst/>
                <a:latin typeface="JetBrains Mono"/>
              </a:rPr>
              <a:t>		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iterator1.next() 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</a:t>
            </a:r>
            <a:r>
              <a:rPr lang="ru-RU" sz="2200" dirty="0">
                <a:effectLst/>
                <a:latin typeface="JetBrains Mono"/>
              </a:rPr>
              <a:t>		</a:t>
            </a:r>
            <a:r>
              <a:rPr lang="en-US" sz="2200" dirty="0" err="1">
                <a:effectLst/>
                <a:latin typeface="JetBrains Mono"/>
              </a:rPr>
              <a:t>list.remove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 err="1">
                <a:effectLst/>
                <a:latin typeface="JetBrains Mono"/>
              </a:rPr>
              <a:t>list.size</a:t>
            </a:r>
            <a:r>
              <a:rPr lang="en-US" sz="2200" dirty="0">
                <a:effectLst/>
                <a:latin typeface="JetBrains Mono"/>
              </a:rPr>
              <a:t>() -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sz="2200" dirty="0">
                <a:effectLst/>
                <a:latin typeface="JetBrains Mono"/>
              </a:rPr>
              <a:t>);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</a:t>
            </a:r>
            <a: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  <a:t>спровоцирует </a:t>
            </a:r>
            <a:r>
              <a:rPr lang="en-US" sz="2200" dirty="0" err="1">
                <a:solidFill>
                  <a:srgbClr val="7A7E85"/>
                </a:solidFill>
                <a:effectLst/>
                <a:latin typeface="JetBrains Mono"/>
              </a:rPr>
              <a:t>ConcurrentModificationException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E58A20-578D-1F92-69A1-C3E01380B598}"/>
              </a:ext>
            </a:extLst>
          </p:cNvPr>
          <p:cNvSpPr txBox="1"/>
          <p:nvPr/>
        </p:nvSpPr>
        <p:spPr>
          <a:xfrm>
            <a:off x="0" y="873513"/>
            <a:ext cx="972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/>
              <a:t>Если использовать метод, предоставляемый непосредственно самой коллекцией: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62733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DBDB1C-D189-50C8-48E0-75CED9CFC843}"/>
              </a:ext>
            </a:extLst>
          </p:cNvPr>
          <p:cNvSpPr txBox="1"/>
          <p:nvPr/>
        </p:nvSpPr>
        <p:spPr>
          <a:xfrm>
            <a:off x="113145" y="674400"/>
            <a:ext cx="623223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List&lt;String&gt; list = new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Iterator&lt;String&gt; iterator1 = </a:t>
            </a:r>
            <a:r>
              <a:rPr lang="en-US" sz="2200" dirty="0" err="1">
                <a:effectLst/>
                <a:latin typeface="JetBrains Mono"/>
              </a:rPr>
              <a:t>list.iterator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ru-RU" sz="2200" dirty="0">
                <a:solidFill>
                  <a:srgbClr val="BCBEC4"/>
                </a:solidFill>
                <a:effectLst/>
                <a:latin typeface="JetBrains Mono"/>
              </a:rPr>
              <a:t>	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(iterator1.hasNext())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</a:t>
            </a:r>
            <a:r>
              <a:rPr lang="ru-RU" sz="2200" dirty="0">
                <a:effectLst/>
                <a:latin typeface="JetBrains Mono"/>
              </a:rPr>
              <a:t>		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iterator1.next() );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}</a:t>
            </a:r>
            <a:endParaRPr lang="ru-RU" sz="2200" dirty="0">
              <a:effectLst/>
              <a:latin typeface="JetBrains Mono"/>
            </a:endParaRPr>
          </a:p>
          <a:p>
            <a:pPr>
              <a:buNone/>
            </a:pPr>
            <a:endParaRPr lang="ru-RU" sz="2200" dirty="0">
              <a:latin typeface="JetBrains Mono"/>
            </a:endParaRPr>
          </a:p>
          <a:p>
            <a:pPr>
              <a:buNone/>
            </a:pPr>
            <a:r>
              <a:rPr lang="ru-RU" sz="2200" dirty="0">
                <a:effectLst/>
                <a:latin typeface="JetBrains Mono"/>
              </a:rPr>
              <a:t>	</a:t>
            </a:r>
            <a:r>
              <a:rPr lang="en-US" sz="2200" dirty="0">
                <a:latin typeface="JetBrains Mono"/>
              </a:rPr>
              <a:t> </a:t>
            </a:r>
            <a:r>
              <a:rPr lang="en-US" sz="2200" dirty="0" err="1">
                <a:latin typeface="JetBrains Mono"/>
              </a:rPr>
              <a:t>list.remove</a:t>
            </a:r>
            <a:r>
              <a:rPr lang="en-US" sz="2200" dirty="0">
                <a:latin typeface="JetBrains Mono"/>
              </a:rPr>
              <a:t>(</a:t>
            </a:r>
            <a:r>
              <a:rPr lang="en-US" sz="2200" dirty="0" err="1">
                <a:latin typeface="JetBrains Mono"/>
              </a:rPr>
              <a:t>list.size</a:t>
            </a:r>
            <a:r>
              <a:rPr lang="en-US" sz="2200" dirty="0">
                <a:latin typeface="JetBrains Mono"/>
              </a:rPr>
              <a:t>() - </a:t>
            </a:r>
            <a:r>
              <a:rPr lang="en-US" sz="2200" dirty="0">
                <a:solidFill>
                  <a:srgbClr val="2AACB8"/>
                </a:solidFill>
                <a:latin typeface="JetBrains Mono"/>
              </a:rPr>
              <a:t>1</a:t>
            </a:r>
            <a:r>
              <a:rPr lang="en-US" sz="2200" dirty="0">
                <a:latin typeface="JetBrains Mono"/>
              </a:rPr>
              <a:t>);</a:t>
            </a:r>
            <a:r>
              <a:rPr lang="en-US" sz="2200" dirty="0">
                <a:solidFill>
                  <a:srgbClr val="BCBEC4"/>
                </a:solidFill>
                <a:latin typeface="JetBrains Mono"/>
              </a:rPr>
              <a:t> </a:t>
            </a:r>
            <a:endParaRPr lang="ru-RU" sz="2200" dirty="0">
              <a:solidFill>
                <a:srgbClr val="BCBEC4"/>
              </a:solidFill>
              <a:latin typeface="JetBrains Mono"/>
            </a:endParaRPr>
          </a:p>
          <a:p>
            <a:pPr>
              <a:buNone/>
            </a:pPr>
            <a:endParaRPr lang="ru-RU" sz="2200" dirty="0">
              <a:solidFill>
                <a:srgbClr val="BCBEC4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ru-RU" sz="2200" dirty="0">
                <a:solidFill>
                  <a:srgbClr val="BCBEC4"/>
                </a:solidFill>
                <a:latin typeface="JetBrains Mono"/>
              </a:rPr>
              <a:t>	</a:t>
            </a:r>
            <a:r>
              <a:rPr lang="en-US" sz="2200" dirty="0">
                <a:latin typeface="JetBrains Mono"/>
              </a:rPr>
              <a:t> Iterator&lt;String&gt; iterator</a:t>
            </a:r>
            <a:r>
              <a:rPr lang="ru-RU" sz="2200" dirty="0">
                <a:latin typeface="JetBrains Mono"/>
              </a:rPr>
              <a:t>2</a:t>
            </a:r>
            <a:r>
              <a:rPr lang="en-US" sz="2200" dirty="0">
                <a:latin typeface="JetBrains Mono"/>
              </a:rPr>
              <a:t> = </a:t>
            </a:r>
            <a:r>
              <a:rPr lang="en-US" sz="2200" dirty="0" err="1">
                <a:latin typeface="JetBrains Mono"/>
              </a:rPr>
              <a:t>list.iterator</a:t>
            </a:r>
            <a:r>
              <a:rPr lang="en-US" sz="2200" dirty="0"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latin typeface="JetBrains Mono"/>
              </a:rPr>
            </a:br>
            <a:r>
              <a:rPr lang="ru-RU" sz="2200" dirty="0">
                <a:solidFill>
                  <a:srgbClr val="BCBEC4"/>
                </a:solidFill>
                <a:latin typeface="JetBrains Mono"/>
              </a:rPr>
              <a:t>	</a:t>
            </a:r>
            <a:r>
              <a:rPr lang="en-US" sz="2200" dirty="0">
                <a:solidFill>
                  <a:srgbClr val="CF8E6D"/>
                </a:solidFill>
                <a:latin typeface="JetBrains Mono"/>
              </a:rPr>
              <a:t>while</a:t>
            </a:r>
            <a:r>
              <a:rPr lang="en-US" sz="2200" dirty="0">
                <a:latin typeface="JetBrains Mono"/>
              </a:rPr>
              <a:t>(iterator</a:t>
            </a:r>
            <a:r>
              <a:rPr lang="ru-RU" sz="2200" dirty="0">
                <a:latin typeface="JetBrains Mono"/>
              </a:rPr>
              <a:t>2</a:t>
            </a:r>
            <a:r>
              <a:rPr lang="en-US" sz="2200" dirty="0">
                <a:latin typeface="JetBrains Mono"/>
              </a:rPr>
              <a:t>.</a:t>
            </a:r>
            <a:r>
              <a:rPr lang="en-US" sz="2200" dirty="0" err="1">
                <a:latin typeface="JetBrains Mono"/>
              </a:rPr>
              <a:t>hasNext</a:t>
            </a:r>
            <a:r>
              <a:rPr lang="en-US" sz="2200" dirty="0">
                <a:latin typeface="JetBrains Mono"/>
              </a:rPr>
              <a:t>()) {</a:t>
            </a:r>
            <a:br>
              <a:rPr lang="en-US" sz="2200" dirty="0">
                <a:latin typeface="JetBrains Mono"/>
              </a:rPr>
            </a:br>
            <a:r>
              <a:rPr lang="en-US" sz="2200" dirty="0">
                <a:latin typeface="JetBrains Mono"/>
              </a:rPr>
              <a:t>    </a:t>
            </a:r>
            <a:r>
              <a:rPr lang="ru-RU" sz="2200" dirty="0">
                <a:latin typeface="JetBrains Mono"/>
              </a:rPr>
              <a:t>		</a:t>
            </a:r>
            <a:r>
              <a:rPr lang="en-US" sz="2200" dirty="0" err="1"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latin typeface="JetBrains Mono"/>
              </a:rPr>
              <a:t>out</a:t>
            </a:r>
            <a:r>
              <a:rPr lang="en-US" sz="2200" dirty="0" err="1">
                <a:latin typeface="JetBrains Mono"/>
              </a:rPr>
              <a:t>.println</a:t>
            </a:r>
            <a:r>
              <a:rPr lang="en-US" sz="2200" dirty="0">
                <a:latin typeface="JetBrains Mono"/>
              </a:rPr>
              <a:t>( iterator</a:t>
            </a:r>
            <a:r>
              <a:rPr lang="ru-RU" sz="2200" dirty="0">
                <a:latin typeface="JetBrains Mono"/>
              </a:rPr>
              <a:t>2</a:t>
            </a:r>
            <a:r>
              <a:rPr lang="en-US" sz="2200" dirty="0">
                <a:latin typeface="JetBrains Mono"/>
              </a:rPr>
              <a:t>.next() );</a:t>
            </a:r>
            <a:br>
              <a:rPr lang="en-US" sz="2200" dirty="0">
                <a:solidFill>
                  <a:srgbClr val="7A7E85"/>
                </a:solidFill>
                <a:latin typeface="JetBrains Mono"/>
              </a:rPr>
            </a:br>
            <a:r>
              <a:rPr lang="ru-RU" sz="2200" dirty="0">
                <a:solidFill>
                  <a:srgbClr val="7A7E85"/>
                </a:solidFill>
                <a:latin typeface="JetBrains Mono"/>
              </a:rPr>
              <a:t>	</a:t>
            </a:r>
            <a:r>
              <a:rPr lang="en-US" sz="2200" dirty="0">
                <a:latin typeface="JetBrains Mono"/>
              </a:rPr>
              <a:t>}</a:t>
            </a:r>
            <a:endParaRPr lang="en-US" sz="2200" dirty="0">
              <a:effectLst/>
              <a:latin typeface="JetBrains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B817E-CFCC-888C-FA4D-EAC9D6BB3D61}"/>
              </a:ext>
            </a:extLst>
          </p:cNvPr>
          <p:cNvSpPr txBox="1"/>
          <p:nvPr/>
        </p:nvSpPr>
        <p:spPr>
          <a:xfrm>
            <a:off x="7379855" y="4253454"/>
            <a:ext cx="327891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i="1" dirty="0"/>
              <a:t>Изменили коллекцию </a:t>
            </a:r>
            <a:r>
              <a:rPr lang="en-US" sz="2000" i="1" dirty="0"/>
              <a:t>=&gt; </a:t>
            </a:r>
            <a:r>
              <a:rPr lang="ru-RU" sz="2000" i="1" dirty="0"/>
              <a:t>НЕ пользуемся итераторами, которые были созданы до этого изменения</a:t>
            </a:r>
            <a:endParaRPr lang="en-US" sz="2000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8707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16E384-2D69-54E9-20E7-DBC13D396A7E}"/>
              </a:ext>
            </a:extLst>
          </p:cNvPr>
          <p:cNvSpPr txBox="1"/>
          <p:nvPr/>
        </p:nvSpPr>
        <p:spPr>
          <a:xfrm>
            <a:off x="240144" y="327999"/>
            <a:ext cx="1109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/>
              <a:t>Если использовать метод </a:t>
            </a:r>
            <a:r>
              <a:rPr lang="en-US" sz="2000" dirty="0"/>
              <a:t>remove</a:t>
            </a:r>
            <a:r>
              <a:rPr lang="ru-RU" sz="2000" dirty="0"/>
              <a:t>, реализуемый итератором, такой проблемы не будет:</a:t>
            </a:r>
            <a:endParaRPr lang="en-US" sz="2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836AB-1869-A0DB-0CDC-1398731B7B88}"/>
              </a:ext>
            </a:extLst>
          </p:cNvPr>
          <p:cNvSpPr txBox="1"/>
          <p:nvPr/>
        </p:nvSpPr>
        <p:spPr>
          <a:xfrm>
            <a:off x="240144" y="1690062"/>
            <a:ext cx="531090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List&lt;String&gt; list = new 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ArrayList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&lt;&gt;();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list.add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("Jane");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list.add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("Heidi");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list.add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("Hannah");</a:t>
            </a:r>
          </a:p>
          <a:p>
            <a:pPr lvl="1"/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Iterator&lt;String&gt; iterator3 = </a:t>
            </a:r>
            <a:r>
              <a:rPr lang="en-US" sz="2200" dirty="0" err="1">
                <a:effectLst/>
                <a:latin typeface="JetBrains Mono"/>
              </a:rPr>
              <a:t>list.iterator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</a:t>
            </a:r>
            <a:r>
              <a:rPr lang="en-US" sz="2200" dirty="0">
                <a:effectLst/>
                <a:latin typeface="JetBrains Mono"/>
              </a:rPr>
              <a:t>(iterator3.hasNext())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iterator3.next() 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latin typeface="JetBrains Mono"/>
              </a:rPr>
              <a:t>	</a:t>
            </a:r>
            <a:r>
              <a:rPr lang="en-US" sz="2200" dirty="0">
                <a:effectLst/>
                <a:latin typeface="JetBrains Mono"/>
              </a:rPr>
              <a:t>iterator3.remove();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6296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7EE48-B670-3FC9-0FF8-ECF1F4BD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29218" cy="75247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с </a:t>
            </a:r>
            <a:r>
              <a:rPr lang="en-US" dirty="0" err="1"/>
              <a:t>ForEachRemaining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C8554-D9CC-86DD-E769-E8B6B1D32DA9}"/>
              </a:ext>
            </a:extLst>
          </p:cNvPr>
          <p:cNvSpPr txBox="1"/>
          <p:nvPr/>
        </p:nvSpPr>
        <p:spPr>
          <a:xfrm>
            <a:off x="0" y="843677"/>
            <a:ext cx="114715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effectLst/>
                <a:latin typeface="JetBrains Mono"/>
              </a:rPr>
              <a:t>List&lt;String&gt; names = </a:t>
            </a:r>
            <a:r>
              <a:rPr lang="en-US" sz="2200" dirty="0" err="1">
                <a:effectLst/>
                <a:latin typeface="JetBrains Mono"/>
              </a:rPr>
              <a:t>Arrays.</a:t>
            </a:r>
            <a:r>
              <a:rPr lang="en-US" sz="2200" i="1" dirty="0" err="1">
                <a:effectLst/>
                <a:latin typeface="JetBrains Mono"/>
              </a:rPr>
              <a:t>asList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"Jane"</a:t>
            </a:r>
            <a:r>
              <a:rPr lang="en-US" sz="2200" dirty="0">
                <a:effectLst/>
                <a:latin typeface="JetBrains Mono"/>
              </a:rPr>
              <a:t>, 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"Heidi"</a:t>
            </a:r>
            <a:r>
              <a:rPr lang="en-US" sz="2200" dirty="0">
                <a:effectLst/>
                <a:latin typeface="JetBrains Mono"/>
              </a:rPr>
              <a:t>,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"Hannah"</a:t>
            </a:r>
            <a:r>
              <a:rPr lang="en-US" sz="2200" dirty="0">
                <a:effectLst/>
                <a:latin typeface="JetBrains Mono"/>
              </a:rPr>
              <a:t>,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"John"</a:t>
            </a:r>
            <a:r>
              <a:rPr lang="en-US" sz="2200" dirty="0">
                <a:effectLst/>
                <a:latin typeface="JetBrains Mono"/>
              </a:rPr>
              <a:t>,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"Alice"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1:</a:t>
            </a:r>
            <a: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  <a:t> с лямбда-функцией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1. Basic </a:t>
            </a:r>
            <a:r>
              <a:rPr lang="en-US" sz="2200" dirty="0" err="1">
                <a:solidFill>
                  <a:srgbClr val="6AAB73"/>
                </a:solidFill>
                <a:effectLst/>
                <a:latin typeface="JetBrains Mono"/>
              </a:rPr>
              <a:t>forEachRemaining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 with lambda</a:t>
            </a:r>
            <a:r>
              <a:rPr lang="en-US" sz="2200" dirty="0">
                <a:effectLst/>
                <a:latin typeface="JetBrains Mono"/>
              </a:rPr>
              <a:t>:");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Iterator&lt;String&gt; iterator1 = </a:t>
            </a:r>
            <a:r>
              <a:rPr lang="en-US" sz="2200" dirty="0" err="1">
                <a:effectLst/>
                <a:latin typeface="JetBrains Mono"/>
              </a:rPr>
              <a:t>names.iterator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iterator1.forEachRemaining(name -&gt;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  </a:t>
            </a:r>
            <a:r>
              <a:rPr lang="en-US" sz="2200" dirty="0">
                <a:effectLst/>
                <a:latin typeface="JetBrains Mono"/>
              </a:rPr>
              <a:t>" + name);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"==="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 2: 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ссылка на метод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(</a:t>
            </a:r>
            <a: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  <a:t>для простых операций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)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2. </a:t>
            </a:r>
            <a:r>
              <a:rPr lang="en-US" sz="2200" dirty="0" err="1">
                <a:solidFill>
                  <a:srgbClr val="6AAB73"/>
                </a:solidFill>
                <a:effectLst/>
                <a:latin typeface="JetBrains Mono"/>
              </a:rPr>
              <a:t>forEachRemaining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 with method reference</a:t>
            </a:r>
            <a:r>
              <a:rPr lang="en-US" sz="2200" dirty="0">
                <a:effectLst/>
                <a:latin typeface="JetBrains Mono"/>
              </a:rPr>
              <a:t>:");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Iterator&lt;String&gt; iterator2 = </a:t>
            </a:r>
            <a:r>
              <a:rPr lang="en-US" sz="2200" dirty="0" err="1">
                <a:effectLst/>
                <a:latin typeface="JetBrains Mono"/>
              </a:rPr>
              <a:t>names.iterator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iterator2.forEachRemaining(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>
                <a:effectLst/>
                <a:latin typeface="JetBrains Mono"/>
              </a:rPr>
              <a:t>::</a:t>
            </a:r>
            <a:r>
              <a:rPr lang="en-US" sz="2200" dirty="0" err="1">
                <a:effectLst/>
                <a:latin typeface="JetBrains Mono"/>
              </a:rPr>
              <a:t>println</a:t>
            </a:r>
            <a:r>
              <a:rPr lang="en-US" sz="2200" dirty="0">
                <a:effectLst/>
                <a:latin typeface="JetBrains Mon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15115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931C9-7E65-7748-B571-64B0954F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459"/>
            <a:ext cx="10905067" cy="1325563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ListIterator</a:t>
            </a:r>
            <a:r>
              <a:rPr lang="en-US" dirty="0"/>
              <a:t>&lt;E&gt;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01D8014-B6A6-79E6-3B7E-A1D4EB277130}"/>
              </a:ext>
            </a:extLst>
          </p:cNvPr>
          <p:cNvGraphicFramePr>
            <a:graphicFrameLocks noGrp="1"/>
          </p:cNvGraphicFramePr>
          <p:nvPr/>
        </p:nvGraphicFramePr>
        <p:xfrm>
          <a:off x="110066" y="1646950"/>
          <a:ext cx="11971867" cy="3289779"/>
        </p:xfrm>
        <a:graphic>
          <a:graphicData uri="http://schemas.openxmlformats.org/drawingml/2006/table">
            <a:tbl>
              <a:tblPr/>
              <a:tblGrid>
                <a:gridCol w="2291389">
                  <a:extLst>
                    <a:ext uri="{9D8B030D-6E8A-4147-A177-3AD203B41FA5}">
                      <a16:colId xmlns:a16="http://schemas.microsoft.com/office/drawing/2014/main" val="2230551178"/>
                    </a:ext>
                  </a:extLst>
                </a:gridCol>
                <a:gridCol w="1893454">
                  <a:extLst>
                    <a:ext uri="{9D8B030D-6E8A-4147-A177-3AD203B41FA5}">
                      <a16:colId xmlns:a16="http://schemas.microsoft.com/office/drawing/2014/main" val="1737115795"/>
                    </a:ext>
                  </a:extLst>
                </a:gridCol>
                <a:gridCol w="7787024">
                  <a:extLst>
                    <a:ext uri="{9D8B030D-6E8A-4147-A177-3AD203B41FA5}">
                      <a16:colId xmlns:a16="http://schemas.microsoft.com/office/drawing/2014/main" val="501167116"/>
                    </a:ext>
                  </a:extLst>
                </a:gridCol>
              </a:tblGrid>
              <a:tr h="3015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en-US" sz="180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33928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void</a:t>
                      </a:r>
                      <a:endParaRPr lang="en-US" sz="180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/>
                        </a:rPr>
                        <a:t>add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 tooltip="type parameter in ListIterator"/>
                        </a:rPr>
                        <a:t>E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 e)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Вставляет указанный элемент в список (необязательная операция).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467853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boolean</a:t>
                      </a:r>
                      <a:endParaRPr lang="en-US" sz="180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/>
                        </a:rPr>
                        <a:t>hasNext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true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если этот итератор списка содержит больше элементов при перемещении по списку в прямом направлении.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090196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boolean</a:t>
                      </a:r>
                      <a:endParaRPr lang="en-US" sz="180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/>
                        </a:rPr>
                        <a:t>hasPrevious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true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если этот итератор списка содержит больше элементов при обходе списка в обратном направлении.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54160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 tooltip="type parameter in ListIterator"/>
                        </a:rPr>
                        <a:t>E</a:t>
                      </a:r>
                      <a:endParaRPr lang="en-US" sz="180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/>
                        </a:rPr>
                        <a:t>next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следующий элемент в списке и перемещает курсор в нужное положение.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386254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int</a:t>
                      </a:r>
                      <a:endParaRPr lang="en-US" sz="1800" dirty="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7"/>
                        </a:rPr>
                        <a:t>nextIndex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индекс элемента, который был бы возвращен последующим вызовом функции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next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8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588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2FA15-2F04-DF3E-863A-30ABDEA6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ListIterator</a:t>
            </a:r>
            <a:r>
              <a:rPr lang="en-US" dirty="0"/>
              <a:t>&lt;E&gt;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9AB8C96-D956-0BB9-F04C-166B7507B4EE}"/>
              </a:ext>
            </a:extLst>
          </p:cNvPr>
          <p:cNvGraphicFramePr>
            <a:graphicFrameLocks noGrp="1"/>
          </p:cNvGraphicFramePr>
          <p:nvPr/>
        </p:nvGraphicFramePr>
        <p:xfrm>
          <a:off x="110065" y="1610023"/>
          <a:ext cx="11971867" cy="3277822"/>
        </p:xfrm>
        <a:graphic>
          <a:graphicData uri="http://schemas.openxmlformats.org/drawingml/2006/table">
            <a:tbl>
              <a:tblPr/>
              <a:tblGrid>
                <a:gridCol w="2142068">
                  <a:extLst>
                    <a:ext uri="{9D8B030D-6E8A-4147-A177-3AD203B41FA5}">
                      <a16:colId xmlns:a16="http://schemas.microsoft.com/office/drawing/2014/main" val="501887484"/>
                    </a:ext>
                  </a:extLst>
                </a:gridCol>
                <a:gridCol w="2243667">
                  <a:extLst>
                    <a:ext uri="{9D8B030D-6E8A-4147-A177-3AD203B41FA5}">
                      <a16:colId xmlns:a16="http://schemas.microsoft.com/office/drawing/2014/main" val="1566557755"/>
                    </a:ext>
                  </a:extLst>
                </a:gridCol>
                <a:gridCol w="7586132">
                  <a:extLst>
                    <a:ext uri="{9D8B030D-6E8A-4147-A177-3AD203B41FA5}">
                      <a16:colId xmlns:a16="http://schemas.microsoft.com/office/drawing/2014/main" val="181934872"/>
                    </a:ext>
                  </a:extLst>
                </a:gridCol>
              </a:tblGrid>
              <a:tr h="7691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en-US" sz="180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5351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 tooltip="type parameter in ListIterator"/>
                        </a:rPr>
                        <a:t>E</a:t>
                      </a:r>
                      <a:endParaRPr lang="en-US" sz="1800" dirty="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/>
                        </a:rPr>
                        <a:t>previous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предыдущий элемент в списке и перемещает курсор назад.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47295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int</a:t>
                      </a:r>
                      <a:endParaRPr lang="en-US" sz="1800" dirty="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/>
                        </a:rPr>
                        <a:t>previousIndex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индекс элемента, который был бы возвращен последующим вызовом функции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previous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56947"/>
                  </a:ext>
                </a:extLst>
              </a:tr>
              <a:tr h="53255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void</a:t>
                      </a:r>
                      <a:endParaRPr lang="en-US" sz="180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/>
                        </a:rPr>
                        <a:t>remove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Удаляет из списка последний элемент, который был возвращен функцией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next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 или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previous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 (необязательная операция).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19168"/>
                  </a:ext>
                </a:extLst>
              </a:tr>
              <a:tr h="7635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void</a:t>
                      </a:r>
                      <a:endParaRPr lang="en-US" sz="1800">
                        <a:effectLst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/>
                        </a:rPr>
                        <a:t>set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 tooltip="type parameter in ListIterator"/>
                        </a:rPr>
                        <a:t>E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 e)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6698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Заменяет последний элемент, возвращаемый функцией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next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 или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previous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(), на указанный элемент (необязательная операция).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52426" marR="15728" marT="41941" marB="1572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426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AAF395-0900-F0DF-8D1D-D81227A0C361}"/>
              </a:ext>
            </a:extLst>
          </p:cNvPr>
          <p:cNvSpPr txBox="1"/>
          <p:nvPr/>
        </p:nvSpPr>
        <p:spPr>
          <a:xfrm>
            <a:off x="110065" y="5247977"/>
            <a:ext cx="62907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+ наследуемый из </a:t>
            </a:r>
            <a:r>
              <a:rPr lang="en-US" sz="2000" dirty="0"/>
              <a:t>Iterator </a:t>
            </a:r>
            <a:r>
              <a:rPr lang="ru-RU" sz="2000" dirty="0"/>
              <a:t>метод </a:t>
            </a:r>
            <a:r>
              <a:rPr lang="en-US" sz="2000" dirty="0" err="1"/>
              <a:t>forEachRemaining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88863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BFDE6-973E-2331-BCC1-3DA588F5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58"/>
            <a:ext cx="10515600" cy="1325563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Iterable</a:t>
            </a:r>
            <a:r>
              <a:rPr lang="en-US" dirty="0"/>
              <a:t>&lt;T&gt;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03373B3-2E53-7FD0-483A-D917ED46E4B3}"/>
              </a:ext>
            </a:extLst>
          </p:cNvPr>
          <p:cNvGraphicFramePr>
            <a:graphicFrameLocks noGrp="1"/>
          </p:cNvGraphicFramePr>
          <p:nvPr/>
        </p:nvGraphicFramePr>
        <p:xfrm>
          <a:off x="73891" y="2159926"/>
          <a:ext cx="12118109" cy="2538148"/>
        </p:xfrm>
        <a:graphic>
          <a:graphicData uri="http://schemas.openxmlformats.org/drawingml/2006/table">
            <a:tbl>
              <a:tblPr/>
              <a:tblGrid>
                <a:gridCol w="2937165">
                  <a:extLst>
                    <a:ext uri="{9D8B030D-6E8A-4147-A177-3AD203B41FA5}">
                      <a16:colId xmlns:a16="http://schemas.microsoft.com/office/drawing/2014/main" val="2079294686"/>
                    </a:ext>
                  </a:extLst>
                </a:gridCol>
                <a:gridCol w="3879272">
                  <a:extLst>
                    <a:ext uri="{9D8B030D-6E8A-4147-A177-3AD203B41FA5}">
                      <a16:colId xmlns:a16="http://schemas.microsoft.com/office/drawing/2014/main" val="1599621656"/>
                    </a:ext>
                  </a:extLst>
                </a:gridCol>
                <a:gridCol w="5301672">
                  <a:extLst>
                    <a:ext uri="{9D8B030D-6E8A-4147-A177-3AD203B41FA5}">
                      <a16:colId xmlns:a16="http://schemas.microsoft.com/office/drawing/2014/main" val="982132313"/>
                    </a:ext>
                  </a:extLst>
                </a:gridCol>
              </a:tblGrid>
              <a:tr h="3784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en-US" sz="1800" dirty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368900"/>
                  </a:ext>
                </a:extLst>
              </a:tr>
              <a:tr h="86348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default void</a:t>
                      </a:r>
                      <a:endParaRPr lang="en-US" sz="1800" dirty="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/>
                        </a:rPr>
                        <a:t>forEach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 tooltip="interface in java.util.function"/>
                        </a:rPr>
                        <a:t>Consumer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&lt;?super 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 tooltip="type parameter in Iterable"/>
                        </a:rPr>
                        <a:t>T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&gt; action)</a:t>
                      </a:r>
                      <a:endParaRPr lang="en-US" sz="1800" b="0" dirty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Выполняет заданное действие для каждого элемента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Iterable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до тех пор, пока все элементы не будут обработаны или действие не вызовет исключение.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25489"/>
                  </a:ext>
                </a:extLst>
              </a:tr>
              <a:tr h="341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 tooltip="interface in java.util"/>
                        </a:rPr>
                        <a:t>Iterator</a:t>
                      </a:r>
                      <a:r>
                        <a:rPr lang="en-US" sz="1800" dirty="0">
                          <a:effectLst/>
                          <a:latin typeface="DejaVu Sans Mono"/>
                        </a:rPr>
                        <a:t>&lt;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 tooltip="type parameter in Iterable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DejaVu Sans Mono"/>
                        </a:rPr>
                        <a:t>&gt;</a:t>
                      </a:r>
                      <a:endParaRPr lang="en-US" sz="1800" dirty="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/>
                        </a:rPr>
                        <a:t>iterator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()</a:t>
                      </a:r>
                      <a:endParaRPr lang="en-US" sz="1800" b="0" dirty="0">
                        <a:effectLst/>
                      </a:endParaRP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Возвращает итератор для элементов типа T.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556387"/>
                  </a:ext>
                </a:extLst>
              </a:tr>
              <a:tr h="60226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default </a:t>
                      </a: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7" tooltip="interface in java.util"/>
                        </a:rPr>
                        <a:t>Spliterator</a:t>
                      </a:r>
                      <a:r>
                        <a:rPr lang="en-US" sz="1800" dirty="0">
                          <a:effectLst/>
                          <a:latin typeface="DejaVu Sans Mono"/>
                        </a:rPr>
                        <a:t>&lt;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 tooltip="type parameter in Iterable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DejaVu Sans Mono"/>
                        </a:rPr>
                        <a:t>&gt;</a:t>
                      </a:r>
                      <a:endParaRPr lang="en-US" sz="1800" dirty="0">
                        <a:effectLst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+mn-lt"/>
                          <a:hlinkClick r:id="rId8"/>
                        </a:rPr>
                        <a:t>spliterator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()</a:t>
                      </a:r>
                    </a:p>
                  </a:txBody>
                  <a:tcPr marL="50793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Создает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сплитератор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над элементами, описываемыми этой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Iterable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561" marR="21768" marT="58049" marB="21768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72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015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4D2E97-85B5-4816-4A98-59DFBC40D39C}"/>
              </a:ext>
            </a:extLst>
          </p:cNvPr>
          <p:cNvSpPr txBox="1"/>
          <p:nvPr/>
        </p:nvSpPr>
        <p:spPr>
          <a:xfrm>
            <a:off x="0" y="505122"/>
            <a:ext cx="903693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effectLst/>
                <a:latin typeface="JetBrains Mono"/>
              </a:rPr>
              <a:t>List&lt;String&gt; list = new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"one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"two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"three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Collection&lt;String&gt; collection = list;</a:t>
            </a:r>
            <a:br>
              <a:rPr lang="ru-RU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Iterable</a:t>
            </a:r>
            <a:r>
              <a:rPr lang="en-US" sz="2200" dirty="0">
                <a:effectLst/>
                <a:latin typeface="JetBrains Mono"/>
              </a:rPr>
              <a:t>&lt;String&gt; </a:t>
            </a:r>
            <a:r>
              <a:rPr lang="en-US" sz="2200" dirty="0" err="1">
                <a:effectLst/>
                <a:latin typeface="JetBrains Mono"/>
              </a:rPr>
              <a:t>iterable</a:t>
            </a:r>
            <a:r>
              <a:rPr lang="en-US" sz="2200" dirty="0">
                <a:effectLst/>
                <a:latin typeface="JetBrains Mono"/>
              </a:rPr>
              <a:t> = collection;</a:t>
            </a:r>
            <a:br>
              <a:rPr lang="ru-RU" sz="2200" dirty="0">
                <a:effectLst/>
                <a:latin typeface="JetBrains Mono"/>
              </a:rPr>
            </a:br>
            <a:br>
              <a:rPr lang="ru-RU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for</a:t>
            </a:r>
            <a:r>
              <a:rPr lang="en-US" sz="2200" dirty="0">
                <a:effectLst/>
                <a:latin typeface="JetBrains Mono"/>
              </a:rPr>
              <a:t>(String element: </a:t>
            </a:r>
            <a:r>
              <a:rPr lang="en-US" sz="2200" dirty="0" err="1">
                <a:effectLst/>
                <a:latin typeface="JetBrains Mono"/>
              </a:rPr>
              <a:t>iterable</a:t>
            </a:r>
            <a:r>
              <a:rPr lang="en-US" sz="2200" dirty="0">
                <a:effectLst/>
                <a:latin typeface="JetBrains Mono"/>
              </a:rPr>
              <a:t>) {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for(String element: list) 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element 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Iterator&lt;String&gt; iterator = </a:t>
            </a:r>
            <a:r>
              <a:rPr lang="en-US" sz="2200" dirty="0" err="1">
                <a:effectLst/>
                <a:latin typeface="JetBrains Mono"/>
              </a:rPr>
              <a:t>iterable.iterator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 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 err="1">
                <a:effectLst/>
                <a:latin typeface="JetBrains Mono"/>
              </a:rPr>
              <a:t>iterator.hasNext</a:t>
            </a:r>
            <a:r>
              <a:rPr lang="en-US" sz="2200" dirty="0">
                <a:effectLst/>
                <a:latin typeface="JetBrains Mono"/>
              </a:rPr>
              <a:t>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String element = </a:t>
            </a:r>
            <a:r>
              <a:rPr lang="en-US" sz="2200" dirty="0" err="1">
                <a:effectLst/>
                <a:latin typeface="JetBrains Mono"/>
              </a:rPr>
              <a:t>iterator.next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iterable.forEach</a:t>
            </a:r>
            <a:r>
              <a:rPr lang="en-US" sz="2200" dirty="0">
                <a:effectLst/>
                <a:latin typeface="JetBrains Mono"/>
              </a:rPr>
              <a:t>((element) -&gt;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 element ));</a:t>
            </a:r>
          </a:p>
        </p:txBody>
      </p:sp>
    </p:spTree>
    <p:extLst>
      <p:ext uri="{BB962C8B-B14F-4D97-AF65-F5344CB8AC3E}">
        <p14:creationId xmlns:p14="http://schemas.microsoft.com/office/powerpoint/2010/main" val="1876022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72046-4547-09B9-7C30-BA243C03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99400" cy="678584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Итератор для кастомных коллекций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1F869-312F-4E29-7383-0BE1821E3EB5}"/>
              </a:ext>
            </a:extLst>
          </p:cNvPr>
          <p:cNvSpPr txBox="1"/>
          <p:nvPr/>
        </p:nvSpPr>
        <p:spPr>
          <a:xfrm>
            <a:off x="0" y="678584"/>
            <a:ext cx="706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sz="2400" dirty="0" err="1">
                <a:effectLst/>
                <a:latin typeface="JetBrains Mono"/>
              </a:rPr>
              <a:t>CircularBuffer</a:t>
            </a:r>
            <a:r>
              <a:rPr lang="en-US" sz="2400" dirty="0">
                <a:effectLst/>
                <a:latin typeface="JetBrains Mono"/>
              </a:rPr>
              <a:t>&lt;</a:t>
            </a:r>
            <a:r>
              <a:rPr lang="en-US" sz="24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400" dirty="0">
                <a:effectLst/>
                <a:latin typeface="JetBrains Mono"/>
              </a:rPr>
              <a:t>&gt;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lang="en-US" sz="2400" dirty="0" err="1">
                <a:effectLst/>
                <a:latin typeface="JetBrains Mono"/>
              </a:rPr>
              <a:t>Iterable</a:t>
            </a:r>
            <a:r>
              <a:rPr lang="en-US" sz="2400" dirty="0">
                <a:effectLst/>
                <a:latin typeface="JetBrains Mono"/>
              </a:rPr>
              <a:t>&lt;</a:t>
            </a:r>
            <a:r>
              <a:rPr lang="en-US" sz="24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400" dirty="0">
                <a:effectLst/>
                <a:latin typeface="JetBrains Mono"/>
              </a:rPr>
              <a:t>&gt;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FE590-2523-283C-162E-D352F0760D1B}"/>
              </a:ext>
            </a:extLst>
          </p:cNvPr>
          <p:cNvSpPr txBox="1"/>
          <p:nvPr/>
        </p:nvSpPr>
        <p:spPr>
          <a:xfrm>
            <a:off x="0" y="1010245"/>
            <a:ext cx="1183686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[]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buffer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head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;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Read position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tail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;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Write position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size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;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Current number of elements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final int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capacity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@SuppressWarnings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"unchecked"</a:t>
            </a:r>
            <a:r>
              <a:rPr lang="en-US" sz="2200" dirty="0">
                <a:effectLst/>
                <a:latin typeface="JetBrains Mono"/>
              </a:rPr>
              <a:t>)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CircularBuffer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lang="en-US" sz="2200" dirty="0">
                <a:effectLst/>
                <a:latin typeface="JetBrains Mono"/>
              </a:rPr>
              <a:t>capacity)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sz="2200" dirty="0">
                <a:effectLst/>
                <a:latin typeface="JetBrains Mono"/>
              </a:rPr>
              <a:t>(capacity &lt;=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)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throw new </a:t>
            </a:r>
            <a:r>
              <a:rPr lang="en-US" sz="2200" dirty="0" err="1">
                <a:effectLst/>
                <a:latin typeface="JetBrains Mono"/>
              </a:rPr>
              <a:t>IllegalArgumentException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"Capacity must be positive"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capacity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 capacity;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buffer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 (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[])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>
                <a:effectLst/>
                <a:latin typeface="JetBrains Mono"/>
              </a:rPr>
              <a:t>Object[capacity];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head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tail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size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4052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19A4F1-9200-3BD0-EA13-CB0F7CF26408}"/>
              </a:ext>
            </a:extLst>
          </p:cNvPr>
          <p:cNvSpPr txBox="1"/>
          <p:nvPr/>
        </p:nvSpPr>
        <p:spPr>
          <a:xfrm>
            <a:off x="0" y="335845"/>
            <a:ext cx="1142580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Implement </a:t>
            </a:r>
            <a:r>
              <a:rPr lang="en-US" sz="2200" dirty="0" err="1">
                <a:solidFill>
                  <a:srgbClr val="7A7E85"/>
                </a:solidFill>
                <a:effectLst/>
                <a:latin typeface="JetBrains Mono"/>
              </a:rPr>
              <a:t>Iterable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 interface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>
                <a:effectLst/>
                <a:latin typeface="JetBrains Mono"/>
              </a:rPr>
              <a:t>Iterator&lt;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iterator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new </a:t>
            </a:r>
            <a:r>
              <a:rPr lang="en-US" sz="2200" dirty="0">
                <a:effectLst/>
                <a:latin typeface="JetBrains Mono"/>
              </a:rPr>
              <a:t>Iterator&lt;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current</a:t>
            </a:r>
            <a:r>
              <a:rPr lang="en-US" sz="2200" dirty="0">
                <a:effectLst/>
                <a:latin typeface="JetBrains Mono"/>
              </a:rPr>
              <a:t> =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count</a:t>
            </a:r>
            <a:r>
              <a:rPr lang="en-US" sz="2200" dirty="0">
                <a:effectLst/>
                <a:latin typeface="JetBrains Mono"/>
              </a:rPr>
              <a:t> =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// Initialize current to head for the first iteration</a:t>
            </a: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current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head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hasNext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count 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size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}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. . 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84DEA0-B403-010B-C9B5-0D448BB6C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096" y="188694"/>
            <a:ext cx="2591025" cy="64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63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D01588-CE85-B7A1-8A7C-D4AB262704A2}"/>
              </a:ext>
            </a:extLst>
          </p:cNvPr>
          <p:cNvSpPr txBox="1"/>
          <p:nvPr/>
        </p:nvSpPr>
        <p:spPr>
          <a:xfrm>
            <a:off x="0" y="166568"/>
            <a:ext cx="1187042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        . . . </a:t>
            </a:r>
          </a:p>
          <a:p>
            <a:pPr lvl="1"/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        @Override</a:t>
            </a:r>
            <a:b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next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sz="2200" dirty="0">
                <a:effectLst/>
                <a:latin typeface="JetBrains Mono"/>
              </a:rPr>
              <a:t>(!</a:t>
            </a:r>
            <a:r>
              <a:rPr lang="en-US" sz="2200" dirty="0" err="1">
                <a:effectLst/>
                <a:latin typeface="JetBrains Mono"/>
              </a:rPr>
              <a:t>hasNext</a:t>
            </a:r>
            <a:r>
              <a:rPr lang="en-US" sz="2200" dirty="0">
                <a:effectLst/>
                <a:latin typeface="JetBrains Mono"/>
              </a:rPr>
              <a:t>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throw new </a:t>
            </a:r>
            <a:r>
              <a:rPr lang="en-US" sz="2200" dirty="0" err="1">
                <a:effectLst/>
                <a:latin typeface="JetBrains Mono"/>
              </a:rPr>
              <a:t>NoSuchElementException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    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US" sz="2200" dirty="0">
                <a:effectLst/>
                <a:latin typeface="JetBrains Mono"/>
              </a:rPr>
              <a:t>element =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buffer</a:t>
            </a:r>
            <a:r>
              <a:rPr lang="en-US" sz="2200" dirty="0">
                <a:effectLst/>
                <a:latin typeface="JetBrains Mono"/>
              </a:rPr>
              <a:t>[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current</a:t>
            </a:r>
            <a:r>
              <a:rPr lang="en-US" sz="2200" dirty="0">
                <a:effectLst/>
                <a:latin typeface="JetBrains Mono"/>
              </a:rPr>
              <a:t>];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current </a:t>
            </a:r>
            <a:r>
              <a:rPr lang="en-US" sz="2200" dirty="0">
                <a:effectLst/>
                <a:latin typeface="JetBrains Mono"/>
              </a:rPr>
              <a:t>= (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current </a:t>
            </a:r>
            <a:r>
              <a:rPr lang="en-US" sz="2200" dirty="0">
                <a:effectLst/>
                <a:latin typeface="JetBrains Mono"/>
              </a:rPr>
              <a:t>+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sz="2200" dirty="0">
                <a:effectLst/>
                <a:latin typeface="JetBrains Mono"/>
              </a:rPr>
              <a:t>) %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capacity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count</a:t>
            </a:r>
            <a:r>
              <a:rPr lang="en-US" sz="2200" dirty="0">
                <a:effectLst/>
                <a:latin typeface="JetBrains Mono"/>
              </a:rPr>
              <a:t>++;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>
                <a:effectLst/>
                <a:latin typeface="JetBrains Mono"/>
              </a:rPr>
              <a:t>element;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remove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throw new </a:t>
            </a:r>
            <a:r>
              <a:rPr lang="en-US" sz="2200" dirty="0" err="1">
                <a:effectLst/>
                <a:latin typeface="JetBrains Mono"/>
              </a:rPr>
              <a:t>UnsupportedOperationException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sz="2000" dirty="0">
                <a:solidFill>
                  <a:srgbClr val="6AAB73"/>
                </a:solidFill>
                <a:effectLst/>
                <a:latin typeface="JetBrains Mono"/>
              </a:rPr>
              <a:t>Remove not supported in circular buffer iterator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}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};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271585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C190E-064C-12C1-EE99-6D4D7ED8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Spliterator</a:t>
            </a:r>
            <a:r>
              <a:rPr lang="en-US" dirty="0"/>
              <a:t>&lt;T&gt;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CA53333-ED12-BFC5-E5D7-897D592784E0}"/>
              </a:ext>
            </a:extLst>
          </p:cNvPr>
          <p:cNvGraphicFramePr>
            <a:graphicFrameLocks noGrp="1"/>
          </p:cNvGraphicFramePr>
          <p:nvPr/>
        </p:nvGraphicFramePr>
        <p:xfrm>
          <a:off x="111888" y="1800457"/>
          <a:ext cx="11968223" cy="3531405"/>
        </p:xfrm>
        <a:graphic>
          <a:graphicData uri="http://schemas.openxmlformats.org/drawingml/2006/table">
            <a:tbl>
              <a:tblPr/>
              <a:tblGrid>
                <a:gridCol w="2071868">
                  <a:extLst>
                    <a:ext uri="{9D8B030D-6E8A-4147-A177-3AD203B41FA5}">
                      <a16:colId xmlns:a16="http://schemas.microsoft.com/office/drawing/2014/main" val="4104269726"/>
                    </a:ext>
                  </a:extLst>
                </a:gridCol>
                <a:gridCol w="1967696">
                  <a:extLst>
                    <a:ext uri="{9D8B030D-6E8A-4147-A177-3AD203B41FA5}">
                      <a16:colId xmlns:a16="http://schemas.microsoft.com/office/drawing/2014/main" val="2582796179"/>
                    </a:ext>
                  </a:extLst>
                </a:gridCol>
                <a:gridCol w="7928659">
                  <a:extLst>
                    <a:ext uri="{9D8B030D-6E8A-4147-A177-3AD203B41FA5}">
                      <a16:colId xmlns:a16="http://schemas.microsoft.com/office/drawing/2014/main" val="3085231719"/>
                    </a:ext>
                  </a:extLst>
                </a:gridCol>
              </a:tblGrid>
              <a:tr h="2047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Поле</a:t>
                      </a:r>
                      <a:endParaRPr lang="en-US" sz="180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Описание</a:t>
                      </a:r>
                      <a:endParaRPr lang="en-US" sz="180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972135"/>
                  </a:ext>
                </a:extLst>
              </a:tr>
              <a:tr h="6751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static int</a:t>
                      </a:r>
                      <a:endParaRPr lang="en-US" sz="1800" dirty="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/>
                        </a:rPr>
                        <a:t>CONCURRENT</a:t>
                      </a:r>
                      <a:endParaRPr lang="en-US" sz="1800" b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источник элементов может быть безопасно изменяем (добавление, замена и/или удаление элементов) конкурентно, несколькими потоками без внешней синхронизации.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331037"/>
                  </a:ext>
                </a:extLst>
              </a:tr>
              <a:tr h="36152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static int</a:t>
                      </a:r>
                      <a:endParaRPr lang="en-US" sz="180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/>
                        </a:rPr>
                        <a:t>DISTINCT</a:t>
                      </a:r>
                      <a:endParaRPr lang="en-US" sz="1800" b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для каждой пары встречающихся элементов (x, y) выполняется условие 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x.equals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(y)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357149"/>
                  </a:ext>
                </a:extLst>
              </a:tr>
              <a:tr h="6751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static int</a:t>
                      </a:r>
                      <a:endParaRPr lang="en-US" sz="1800" dirty="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/>
                        </a:rPr>
                        <a:t>IMMUTABLE</a:t>
                      </a:r>
                      <a:endParaRPr lang="en-US" sz="1800" b="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источник элементов не может быть структурно изменен; то есть, элементы не могут быть добавлены, заменены или удалены, поэтому такие изменения невозможны во время обхода.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668922"/>
                  </a:ext>
                </a:extLst>
              </a:tr>
              <a:tr h="5507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static int</a:t>
                      </a:r>
                      <a:endParaRPr lang="en-US" sz="1800" dirty="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/>
                        </a:rPr>
                        <a:t>NONNULL</a:t>
                      </a:r>
                      <a:endParaRPr lang="en-US" sz="1800" b="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источник гарантирует, что встречающиеся элементы не будут 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5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730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7E168-88C0-CEA0-A930-B57D2AA9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Spliterator</a:t>
            </a:r>
            <a:r>
              <a:rPr lang="en-US" dirty="0"/>
              <a:t>&lt;T&gt;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84B8D58-1955-6EAF-F4C3-1C84F82024D9}"/>
              </a:ext>
            </a:extLst>
          </p:cNvPr>
          <p:cNvGraphicFramePr>
            <a:graphicFrameLocks noGrp="1"/>
          </p:cNvGraphicFramePr>
          <p:nvPr/>
        </p:nvGraphicFramePr>
        <p:xfrm>
          <a:off x="111888" y="2015842"/>
          <a:ext cx="11948933" cy="3647163"/>
        </p:xfrm>
        <a:graphic>
          <a:graphicData uri="http://schemas.openxmlformats.org/drawingml/2006/table">
            <a:tbl>
              <a:tblPr/>
              <a:tblGrid>
                <a:gridCol w="2170762">
                  <a:extLst>
                    <a:ext uri="{9D8B030D-6E8A-4147-A177-3AD203B41FA5}">
                      <a16:colId xmlns:a16="http://schemas.microsoft.com/office/drawing/2014/main" val="531264792"/>
                    </a:ext>
                  </a:extLst>
                </a:gridCol>
                <a:gridCol w="1471063">
                  <a:extLst>
                    <a:ext uri="{9D8B030D-6E8A-4147-A177-3AD203B41FA5}">
                      <a16:colId xmlns:a16="http://schemas.microsoft.com/office/drawing/2014/main" val="4113604071"/>
                    </a:ext>
                  </a:extLst>
                </a:gridCol>
                <a:gridCol w="8307108">
                  <a:extLst>
                    <a:ext uri="{9D8B030D-6E8A-4147-A177-3AD203B41FA5}">
                      <a16:colId xmlns:a16="http://schemas.microsoft.com/office/drawing/2014/main" val="2533927128"/>
                    </a:ext>
                  </a:extLst>
                </a:gridCol>
              </a:tblGrid>
              <a:tr h="4379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Поле</a:t>
                      </a:r>
                      <a:endParaRPr lang="en-US" sz="180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Описание</a:t>
                      </a:r>
                      <a:endParaRPr lang="en-US" sz="180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32725"/>
                  </a:ext>
                </a:extLst>
              </a:tr>
              <a:tr h="36152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static int</a:t>
                      </a:r>
                      <a:endParaRPr lang="en-US" sz="1800" dirty="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/>
                        </a:rPr>
                        <a:t>ORDERED</a:t>
                      </a:r>
                      <a:endParaRPr lang="en-US" sz="1800" b="0" dirty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для элементов определен порядок обхода (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encounter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554603"/>
                  </a:ext>
                </a:extLst>
              </a:tr>
              <a:tr h="9887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static int</a:t>
                      </a:r>
                      <a:endParaRPr lang="en-US" sz="180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/>
                        </a:rPr>
                        <a:t>SIZED</a:t>
                      </a:r>
                      <a:endParaRPr lang="en-US" sz="1800" b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значение, возвращаемое методом 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estimateSize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 начала обхода или разделения, представляет конечный размер, который, при отсутствии структурных изменений в источнике, представляет точное количество элементов, которые будут встречены при полном обходе.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681696"/>
                  </a:ext>
                </a:extLst>
              </a:tr>
              <a:tr h="33359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static int</a:t>
                      </a:r>
                      <a:endParaRPr lang="en-US" sz="180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/>
                        </a:rPr>
                        <a:t>SORTED</a:t>
                      </a:r>
                      <a:endParaRPr lang="en-US" sz="1800" b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порядок обхода следует определенному порядку сортировки.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889274"/>
                  </a:ext>
                </a:extLst>
              </a:tr>
              <a:tr h="36152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static int</a:t>
                      </a:r>
                      <a:endParaRPr lang="en-US" sz="1800">
                        <a:effectLst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/>
                        </a:rPr>
                        <a:t>SUBSIZED</a:t>
                      </a:r>
                      <a:endParaRPr lang="en-US" sz="1800" b="0">
                        <a:effectLst/>
                      </a:endParaRPr>
                    </a:p>
                  </a:txBody>
                  <a:tcPr marL="30490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Значение-характеристика, означающее, что все 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сплитераторы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полученные в результате вызова 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trySplit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будут одновременно как 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SIZED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так и 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SUBSIZED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dirty="0">
                        <a:solidFill>
                          <a:srgbClr val="474747"/>
                        </a:solidFill>
                        <a:effectLst/>
                        <a:latin typeface="DejaVu Serif"/>
                      </a:endParaRPr>
                    </a:p>
                  </a:txBody>
                  <a:tcPr marL="43557" marR="13067" marT="34846" marB="13067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0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927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58C18-4EA5-1BB8-4996-6CE6919D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4654"/>
            <a:ext cx="10515600" cy="1325563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Spliterator</a:t>
            </a:r>
            <a:r>
              <a:rPr lang="en-US" dirty="0"/>
              <a:t>&lt;T&gt;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C8CDF80-1D4A-ED7A-CC2F-8B7AD82EDBC3}"/>
              </a:ext>
            </a:extLst>
          </p:cNvPr>
          <p:cNvGraphicFramePr>
            <a:graphicFrameLocks noGrp="1"/>
          </p:cNvGraphicFramePr>
          <p:nvPr/>
        </p:nvGraphicFramePr>
        <p:xfrm>
          <a:off x="147781" y="1690688"/>
          <a:ext cx="11896437" cy="4089000"/>
        </p:xfrm>
        <a:graphic>
          <a:graphicData uri="http://schemas.openxmlformats.org/drawingml/2006/table">
            <a:tbl>
              <a:tblPr/>
              <a:tblGrid>
                <a:gridCol w="2525971">
                  <a:extLst>
                    <a:ext uri="{9D8B030D-6E8A-4147-A177-3AD203B41FA5}">
                      <a16:colId xmlns:a16="http://schemas.microsoft.com/office/drawing/2014/main" val="1369865341"/>
                    </a:ext>
                  </a:extLst>
                </a:gridCol>
                <a:gridCol w="3209811">
                  <a:extLst>
                    <a:ext uri="{9D8B030D-6E8A-4147-A177-3AD203B41FA5}">
                      <a16:colId xmlns:a16="http://schemas.microsoft.com/office/drawing/2014/main" val="2874089908"/>
                    </a:ext>
                  </a:extLst>
                </a:gridCol>
                <a:gridCol w="6160655">
                  <a:extLst>
                    <a:ext uri="{9D8B030D-6E8A-4147-A177-3AD203B41FA5}">
                      <a16:colId xmlns:a16="http://schemas.microsoft.com/office/drawing/2014/main" val="653500261"/>
                    </a:ext>
                  </a:extLst>
                </a:gridCol>
              </a:tblGrid>
              <a:tr h="21237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en-US" sz="1800" dirty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390382"/>
                  </a:ext>
                </a:extLst>
              </a:tr>
              <a:tr h="3750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int</a:t>
                      </a:r>
                      <a:endParaRPr lang="en-US" sz="180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/>
                        </a:rPr>
                        <a:t>characteristics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набор характеристик этого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 и его элементов.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710691"/>
                  </a:ext>
                </a:extLst>
              </a:tr>
              <a:tr h="10257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long</a:t>
                      </a:r>
                      <a:endParaRPr lang="en-US" sz="1800" dirty="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/>
                        </a:rPr>
                        <a:t>estimateSize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оценку количества элементов, с которыми можно было бы столкнуться при обходе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forEachRemaining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java.util.function.Consumer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&lt;?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super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 T&gt;), или возвращает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Long.MAX_VALUE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если оно бесконечно, неизвестно или слишком дорого для вычисления.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477398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default void</a:t>
                      </a:r>
                      <a:endParaRPr lang="en-US" sz="180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/>
                        </a:rPr>
                        <a:t>forEachRemaining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 tooltip="interface in java.util.function"/>
                        </a:rPr>
                        <a:t>Consumer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&lt;? super 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 tooltip="type parameter in Spliterator"/>
                        </a:rPr>
                        <a:t>T</a:t>
                      </a:r>
                      <a:r>
                        <a:rPr lang="en-US" sz="1800" b="0" dirty="0">
                          <a:effectLst/>
                          <a:latin typeface="DejaVu Sans Mono"/>
                        </a:rPr>
                        <a:t>&gt; action)</a:t>
                      </a:r>
                      <a:endParaRPr lang="en-US" sz="1800" b="0" dirty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Выполняет заданное действие для каждого оставшегося элемента последовательно в текущем потоке, пока все элементы не будут обработаны или действие не вызовет исключение.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677763"/>
                  </a:ext>
                </a:extLst>
              </a:tr>
              <a:tr h="3750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default </a:t>
                      </a: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7" tooltip="interface in java.util"/>
                        </a:rPr>
                        <a:t>Comparator</a:t>
                      </a:r>
                      <a:r>
                        <a:rPr lang="en-US" sz="1800">
                          <a:effectLst/>
                          <a:latin typeface="DejaVu Sans Mono"/>
                        </a:rPr>
                        <a:t>&lt;? super </a:t>
                      </a: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 tooltip="type parameter in Spliterator"/>
                        </a:rPr>
                        <a:t>T</a:t>
                      </a:r>
                      <a:r>
                        <a:rPr lang="en-US" sz="1800">
                          <a:effectLst/>
                          <a:latin typeface="DejaVu Sans Mono"/>
                        </a:rPr>
                        <a:t>&gt;</a:t>
                      </a:r>
                      <a:endParaRPr lang="en-US" sz="180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8"/>
                        </a:rPr>
                        <a:t>getComparator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Если источник этого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 отсортирован (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SORTED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) с помощью компаратора, возвращает этот компаратор.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34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941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96403CC-9020-4506-DB81-FE3B55536D7B}"/>
              </a:ext>
            </a:extLst>
          </p:cNvPr>
          <p:cNvGraphicFramePr>
            <a:graphicFrameLocks noGrp="1"/>
          </p:cNvGraphicFramePr>
          <p:nvPr/>
        </p:nvGraphicFramePr>
        <p:xfrm>
          <a:off x="147780" y="1882127"/>
          <a:ext cx="11896437" cy="3093746"/>
        </p:xfrm>
        <a:graphic>
          <a:graphicData uri="http://schemas.openxmlformats.org/drawingml/2006/table">
            <a:tbl>
              <a:tblPr/>
              <a:tblGrid>
                <a:gridCol w="2132432">
                  <a:extLst>
                    <a:ext uri="{9D8B030D-6E8A-4147-A177-3AD203B41FA5}">
                      <a16:colId xmlns:a16="http://schemas.microsoft.com/office/drawing/2014/main" val="2665762736"/>
                    </a:ext>
                  </a:extLst>
                </a:gridCol>
                <a:gridCol w="3009418">
                  <a:extLst>
                    <a:ext uri="{9D8B030D-6E8A-4147-A177-3AD203B41FA5}">
                      <a16:colId xmlns:a16="http://schemas.microsoft.com/office/drawing/2014/main" val="3508890943"/>
                    </a:ext>
                  </a:extLst>
                </a:gridCol>
                <a:gridCol w="6754587">
                  <a:extLst>
                    <a:ext uri="{9D8B030D-6E8A-4147-A177-3AD203B41FA5}">
                      <a16:colId xmlns:a16="http://schemas.microsoft.com/office/drawing/2014/main" val="3470539529"/>
                    </a:ext>
                  </a:extLst>
                </a:gridCol>
              </a:tblGrid>
              <a:tr h="3750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Модификатор и тип</a:t>
                      </a:r>
                      <a:endParaRPr lang="en-US" sz="1800" dirty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en-US" sz="1800" dirty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370619"/>
                  </a:ext>
                </a:extLst>
              </a:tr>
              <a:tr h="3750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DejaVu Sans Mono"/>
                        </a:rPr>
                        <a:t>default long</a:t>
                      </a:r>
                      <a:endParaRPr lang="en-US" sz="1800" dirty="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2"/>
                        </a:rPr>
                        <a:t>getExactSizeIfKnown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estimateSize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(), если этот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SIZED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иначе -1.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76408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default boolean</a:t>
                      </a:r>
                      <a:endParaRPr lang="en-US" sz="180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3"/>
                        </a:rPr>
                        <a:t>hasCharacteristics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(int characteristics)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Возвращает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true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если функция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characteristics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() этого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сплитератора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 содержит все заданные характеристики.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65453"/>
                  </a:ext>
                </a:extLst>
              </a:tr>
              <a:tr h="3750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DejaVu Sans Mono"/>
                        </a:rPr>
                        <a:t>boolean</a:t>
                      </a:r>
                      <a:endParaRPr lang="en-US" sz="180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4"/>
                        </a:rPr>
                        <a:t>tryAdvance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</a:t>
                      </a: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5" tooltip="interface in java.util.function"/>
                        </a:rPr>
                        <a:t>Consumer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&lt;? super </a:t>
                      </a: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 tooltip="type parameter in Spliterator"/>
                        </a:rPr>
                        <a:t>T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&gt; action)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Если оставшийся элемент существует, выполняет над ним заданное действие, возвращая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true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; в противном случае возвращает значение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false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44960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 dirty="0" err="1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 tooltip="interface in java.util"/>
                        </a:rPr>
                        <a:t>Spliterator</a:t>
                      </a:r>
                      <a:r>
                        <a:rPr lang="en-US" sz="1800" dirty="0">
                          <a:effectLst/>
                          <a:latin typeface="DejaVu Sans Mono"/>
                        </a:rPr>
                        <a:t>&lt;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6" tooltip="type parameter in Spliterator"/>
                        </a:rPr>
                        <a:t>T</a:t>
                      </a:r>
                      <a:r>
                        <a:rPr lang="en-US" sz="1800" dirty="0">
                          <a:effectLst/>
                          <a:latin typeface="DejaVu Sans Mono"/>
                        </a:rPr>
                        <a:t>&gt;</a:t>
                      </a:r>
                      <a:endParaRPr lang="en-US" sz="1800" dirty="0">
                        <a:effectLst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b="1" u="none" strike="noStrike">
                          <a:solidFill>
                            <a:srgbClr val="4A6782"/>
                          </a:solidFill>
                          <a:effectLst/>
                          <a:latin typeface="DejaVu Sans Mono"/>
                          <a:hlinkClick r:id="rId7"/>
                        </a:rPr>
                        <a:t>trySplit</a:t>
                      </a:r>
                      <a:r>
                        <a:rPr lang="en-US" sz="1800" b="0">
                          <a:effectLst/>
                          <a:latin typeface="DejaVu Sans Mono"/>
                        </a:rPr>
                        <a:t>()</a:t>
                      </a:r>
                      <a:endParaRPr lang="en-US" sz="1800" b="0">
                        <a:effectLst/>
                      </a:endParaRPr>
                    </a:p>
                  </a:txBody>
                  <a:tcPr marL="31630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225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Если этот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 может быть секционирован, возвращает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, охватывающий элементы, которые при возврате из этого метода не будут охвачены этим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сплитератором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DejaVu Serif"/>
                        </a:rPr>
                        <a:t>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45185" marR="13556" marT="36148" marB="13556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97239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536DE58-5B6A-B418-43BE-A356482D616F}"/>
              </a:ext>
            </a:extLst>
          </p:cNvPr>
          <p:cNvSpPr txBox="1">
            <a:spLocks/>
          </p:cNvSpPr>
          <p:nvPr/>
        </p:nvSpPr>
        <p:spPr>
          <a:xfrm>
            <a:off x="838199" y="45219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Interface Spliterator&lt;T&gt;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384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F46CAE-1706-6DB7-A2ED-BEEC34A92164}"/>
              </a:ext>
            </a:extLst>
          </p:cNvPr>
          <p:cNvSpPr txBox="1"/>
          <p:nvPr/>
        </p:nvSpPr>
        <p:spPr>
          <a:xfrm>
            <a:off x="0" y="166568"/>
            <a:ext cx="12004646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&lt;Integer&gt; list 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 err="1">
                <a:effectLst/>
                <a:latin typeface="JetBrains Mono"/>
              </a:rPr>
              <a:t>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101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201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301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401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list.add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501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Stream&lt;Integer&gt; str = </a:t>
            </a:r>
            <a:r>
              <a:rPr lang="en-US" sz="2200" dirty="0" err="1">
                <a:effectLst/>
                <a:latin typeface="JetBrains Mono"/>
              </a:rPr>
              <a:t>list.stream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Spliterator</a:t>
            </a:r>
            <a:r>
              <a:rPr lang="en-US" sz="2200" dirty="0">
                <a:effectLst/>
                <a:latin typeface="JetBrains Mono"/>
              </a:rPr>
              <a:t>&lt;Integer&gt; </a:t>
            </a:r>
            <a:r>
              <a:rPr lang="en-US" sz="2200" dirty="0" err="1">
                <a:effectLst/>
                <a:latin typeface="JetBrains Mono"/>
              </a:rPr>
              <a:t>splitr</a:t>
            </a:r>
            <a:r>
              <a:rPr lang="en-US" sz="2200" dirty="0">
                <a:effectLst/>
                <a:latin typeface="JetBrains Mono"/>
              </a:rPr>
              <a:t> = </a:t>
            </a:r>
            <a:r>
              <a:rPr lang="en-US" sz="2200" dirty="0" err="1">
                <a:effectLst/>
                <a:latin typeface="JetBrains Mono"/>
              </a:rPr>
              <a:t>str.spliterator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effectLst/>
                <a:latin typeface="JetBrains Mono"/>
              </a:rPr>
              <a:t>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"Estimate size: "</a:t>
            </a:r>
            <a:r>
              <a:rPr lang="ru-RU" sz="2200" dirty="0">
                <a:solidFill>
                  <a:srgbClr val="6AAB73"/>
                </a:solidFill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+ </a:t>
            </a:r>
            <a:r>
              <a:rPr lang="en-US" sz="2200" dirty="0" err="1">
                <a:effectLst/>
                <a:latin typeface="JetBrains Mono"/>
              </a:rPr>
              <a:t>splitr.estimateSize</a:t>
            </a:r>
            <a:r>
              <a:rPr lang="en-US" sz="2200" dirty="0">
                <a:effectLst/>
                <a:latin typeface="JetBrains Mono"/>
              </a:rPr>
              <a:t>());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"Exact size: "</a:t>
            </a:r>
            <a:r>
              <a:rPr lang="ru-RU" sz="2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+ </a:t>
            </a:r>
            <a:r>
              <a:rPr lang="en-US" sz="2200" dirty="0" err="1">
                <a:effectLst/>
                <a:latin typeface="JetBrains Mono"/>
              </a:rPr>
              <a:t>splitr.getExactSizeIfKnown</a:t>
            </a:r>
            <a:r>
              <a:rPr lang="en-US" sz="2200" dirty="0">
                <a:effectLst/>
                <a:latin typeface="JetBrains Mono"/>
              </a:rPr>
              <a:t>());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"Boolean Result: "</a:t>
            </a:r>
            <a:r>
              <a:rPr lang="en-US" sz="2200" dirty="0">
                <a:solidFill>
                  <a:srgbClr val="6AAB73"/>
                </a:solidFill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+ </a:t>
            </a:r>
            <a:r>
              <a:rPr lang="en-US" sz="2200" dirty="0" err="1">
                <a:effectLst/>
                <a:latin typeface="JetBrains Mono"/>
              </a:rPr>
              <a:t>splitr.hasCharacteristics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 err="1">
                <a:effectLst/>
                <a:latin typeface="JetBrains Mono"/>
              </a:rPr>
              <a:t>splitr.characteristics</a:t>
            </a:r>
            <a:r>
              <a:rPr lang="en-US" sz="2200" dirty="0">
                <a:effectLst/>
                <a:latin typeface="JetBrains Mono"/>
              </a:rPr>
              <a:t>()));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"Elements of </a:t>
            </a:r>
            <a:r>
              <a:rPr lang="en-US" sz="2200" dirty="0" err="1">
                <a:solidFill>
                  <a:srgbClr val="6AAB73"/>
                </a:solidFill>
                <a:effectLst/>
                <a:latin typeface="JetBrains Mono"/>
              </a:rPr>
              <a:t>ArrayList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 :"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splitr.forEachRemaining</a:t>
            </a:r>
            <a:r>
              <a:rPr lang="en-US" sz="2200" dirty="0">
                <a:effectLst/>
                <a:latin typeface="JetBrains Mono"/>
              </a:rPr>
              <a:t>((n) -&gt;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(n));</a:t>
            </a:r>
            <a:endParaRPr lang="en-US" sz="220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254272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B790ED-BAEC-C579-0E8E-0E9CA7E250EC}"/>
              </a:ext>
            </a:extLst>
          </p:cNvPr>
          <p:cNvSpPr txBox="1"/>
          <p:nvPr/>
        </p:nvSpPr>
        <p:spPr>
          <a:xfrm>
            <a:off x="0" y="1182231"/>
            <a:ext cx="742216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effectLst/>
                <a:latin typeface="JetBrains Mono"/>
              </a:rPr>
              <a:t>Stream&lt;Integer&gt; str1 = </a:t>
            </a:r>
            <a:r>
              <a:rPr lang="en-US" sz="2200" dirty="0" err="1">
                <a:effectLst/>
                <a:latin typeface="JetBrains Mono"/>
              </a:rPr>
              <a:t>list.stream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splitr</a:t>
            </a:r>
            <a:r>
              <a:rPr lang="en-US" sz="2200" dirty="0">
                <a:effectLst/>
                <a:latin typeface="JetBrains Mono"/>
              </a:rPr>
              <a:t> = str1.spliterator();</a:t>
            </a:r>
            <a:br>
              <a:rPr lang="en-US" sz="2200" dirty="0">
                <a:effectLst/>
                <a:latin typeface="JetBrains Mono"/>
              </a:rPr>
            </a:br>
            <a:endParaRPr lang="en-US" sz="2200" dirty="0">
              <a:latin typeface="JetBrains Mono"/>
            </a:endParaRPr>
          </a:p>
          <a:p>
            <a:pPr lvl="1"/>
            <a:r>
              <a:rPr lang="en-US" sz="2200" dirty="0" err="1">
                <a:effectLst/>
                <a:latin typeface="JetBrains Mono"/>
              </a:rPr>
              <a:t>Spliterator</a:t>
            </a:r>
            <a:r>
              <a:rPr lang="en-US" sz="2200" dirty="0">
                <a:effectLst/>
                <a:latin typeface="JetBrains Mono"/>
              </a:rPr>
              <a:t>&lt;Integer&gt; splitr2 = </a:t>
            </a:r>
            <a:r>
              <a:rPr lang="en-US" sz="2200" dirty="0" err="1">
                <a:effectLst/>
                <a:latin typeface="JetBrains Mono"/>
              </a:rPr>
              <a:t>splitr.trySplit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sz="2200" dirty="0">
                <a:effectLst/>
                <a:latin typeface="JetBrains Mono"/>
              </a:rPr>
              <a:t>(splitr2 !=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lang="en-US" sz="2200" dirty="0">
                <a:effectLst/>
                <a:latin typeface="JetBrains Mono"/>
              </a:rPr>
              <a:t>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	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"Output from splitr2: "</a:t>
            </a:r>
            <a:r>
              <a:rPr lang="en-US" sz="2200" dirty="0">
                <a:effectLst/>
                <a:latin typeface="JetBrains Mono"/>
              </a:rPr>
              <a:t>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	splitr2.forEachRemaining((n) -&gt;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(n));</a:t>
            </a:r>
          </a:p>
          <a:p>
            <a:pPr lvl="1"/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6AAB73"/>
                </a:solidFill>
                <a:effectLst/>
                <a:latin typeface="JetBrains Mono"/>
              </a:rPr>
              <a:t>"Output from splitr1: </a:t>
            </a:r>
            <a:r>
              <a:rPr lang="en-US" sz="2200" dirty="0">
                <a:effectLst/>
                <a:latin typeface="JetBrains Mono"/>
              </a:rPr>
              <a:t>");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 err="1">
                <a:effectLst/>
                <a:latin typeface="JetBrains Mono"/>
              </a:rPr>
              <a:t>splitr.forEachRemaining</a:t>
            </a:r>
            <a:r>
              <a:rPr lang="en-US" sz="2200" dirty="0">
                <a:effectLst/>
                <a:latin typeface="JetBrains Mono"/>
              </a:rPr>
              <a:t>((n) -&gt; </a:t>
            </a:r>
            <a:r>
              <a:rPr lang="en-US" sz="2200" dirty="0" err="1">
                <a:effectLst/>
                <a:latin typeface="JetBrains Mono"/>
              </a:rPr>
              <a:t>System.</a:t>
            </a:r>
            <a:r>
              <a:rPr lang="en-US" sz="22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US" sz="2200" dirty="0" err="1">
                <a:effectLst/>
                <a:latin typeface="JetBrains Mono"/>
              </a:rPr>
              <a:t>.println</a:t>
            </a:r>
            <a:r>
              <a:rPr lang="en-US" sz="2200" dirty="0">
                <a:effectLst/>
                <a:latin typeface="JetBrains Mono"/>
              </a:rPr>
              <a:t>(n));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058106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C1C1B-EF4E-4FEB-DD08-2CFC1354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Имплементация итератора с нуля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243290-ED53-F39F-B707-1B39B3C3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259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7B175C-C989-F117-291C-3E6CE98AE0B5}"/>
              </a:ext>
            </a:extLst>
          </p:cNvPr>
          <p:cNvSpPr txBox="1"/>
          <p:nvPr/>
        </p:nvSpPr>
        <p:spPr>
          <a:xfrm>
            <a:off x="446209" y="674400"/>
            <a:ext cx="1066726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interface </a:t>
            </a:r>
            <a:r>
              <a:rPr lang="en-US" sz="2200" dirty="0" err="1">
                <a:effectLst/>
                <a:latin typeface="JetBrains Mono"/>
              </a:rPr>
              <a:t>MyIterator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 {</a:t>
            </a:r>
            <a:r>
              <a:rPr lang="ru-RU" sz="2200" dirty="0">
                <a:latin typeface="JetBrains Mono"/>
              </a:rPr>
              <a:t> </a:t>
            </a:r>
            <a:r>
              <a:rPr lang="ru-RU" sz="2200" dirty="0">
                <a:solidFill>
                  <a:srgbClr val="BCBEC4"/>
                </a:solidFill>
                <a:latin typeface="JetBrains Mono"/>
              </a:rPr>
              <a:t> </a:t>
            </a:r>
            <a:r>
              <a:rPr lang="en-US" sz="2200" dirty="0">
                <a:solidFill>
                  <a:srgbClr val="7A7E85"/>
                </a:solidFill>
                <a:latin typeface="JetBrains Mono"/>
              </a:rPr>
              <a:t>// 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кастомные интерфейсы итератора и </a:t>
            </a:r>
            <a:r>
              <a:rPr lang="ru-RU" sz="2200" dirty="0" err="1">
                <a:solidFill>
                  <a:srgbClr val="7A7E85"/>
                </a:solidFill>
                <a:latin typeface="JetBrains Mono"/>
              </a:rPr>
              <a:t>итерабл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hasNext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next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void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remove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i="1" dirty="0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interface </a:t>
            </a:r>
            <a:r>
              <a:rPr lang="en-US" sz="2200" dirty="0" err="1">
                <a:effectLst/>
                <a:latin typeface="JetBrains Mono"/>
              </a:rPr>
              <a:t>MyIterable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</a:t>
            </a:r>
            <a:r>
              <a:rPr lang="en-US" sz="2200" dirty="0" err="1">
                <a:effectLst/>
                <a:latin typeface="JetBrains Mono"/>
              </a:rPr>
              <a:t>MyIterator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getIterator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default void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forEach</a:t>
            </a:r>
            <a:r>
              <a:rPr lang="en-US" sz="2200" dirty="0">
                <a:effectLst/>
                <a:latin typeface="JetBrains Mono"/>
              </a:rPr>
              <a:t>(Consumer&lt;?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super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 action)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</a:t>
            </a:r>
            <a:r>
              <a:rPr lang="en-US" sz="2200" dirty="0" err="1">
                <a:effectLst/>
                <a:latin typeface="JetBrains Mono"/>
              </a:rPr>
              <a:t>MyIterator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T</a:t>
            </a:r>
            <a:r>
              <a:rPr lang="en-US" sz="2200" dirty="0">
                <a:effectLst/>
                <a:latin typeface="JetBrains Mono"/>
              </a:rPr>
              <a:t>&gt; iterator = </a:t>
            </a:r>
            <a:r>
              <a:rPr lang="en-US" sz="2200" dirty="0" err="1">
                <a:effectLst/>
                <a:latin typeface="JetBrains Mono"/>
              </a:rPr>
              <a:t>getIterator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while 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 err="1">
                <a:effectLst/>
                <a:latin typeface="JetBrains Mono"/>
              </a:rPr>
              <a:t>iterator.hasNext</a:t>
            </a:r>
            <a:r>
              <a:rPr lang="en-US" sz="2200" dirty="0">
                <a:effectLst/>
                <a:latin typeface="JetBrains Mono"/>
              </a:rPr>
              <a:t>())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    </a:t>
            </a:r>
            <a:r>
              <a:rPr lang="en-US" sz="2200" dirty="0" err="1">
                <a:effectLst/>
                <a:latin typeface="JetBrains Mono"/>
              </a:rPr>
              <a:t>action.accept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 err="1">
                <a:effectLst/>
                <a:latin typeface="JetBrains Mono"/>
              </a:rPr>
              <a:t>iterator.next</a:t>
            </a:r>
            <a:r>
              <a:rPr lang="en-US" sz="2200" dirty="0">
                <a:effectLst/>
                <a:latin typeface="JetBrains Mono"/>
              </a:rPr>
              <a:t>());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    }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}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2795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0BBD8-61EE-9591-2931-ED09F849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lang="en-US" sz="2400" dirty="0" err="1">
                <a:effectLst/>
                <a:latin typeface="JetBrains Mono"/>
              </a:rPr>
              <a:t>ArrayListWrapper</a:t>
            </a:r>
            <a:r>
              <a:rPr lang="en-US" sz="2400" dirty="0">
                <a:effectLst/>
                <a:latin typeface="JetBrains Mono"/>
              </a:rPr>
              <a:t>&lt;</a:t>
            </a:r>
            <a:r>
              <a:rPr lang="en-US" sz="2400" dirty="0">
                <a:solidFill>
                  <a:srgbClr val="16BAAC"/>
                </a:solidFill>
                <a:effectLst/>
                <a:latin typeface="JetBrains Mono"/>
              </a:rPr>
              <a:t>E</a:t>
            </a:r>
            <a:r>
              <a:rPr lang="en-US" sz="2400" dirty="0">
                <a:effectLst/>
                <a:latin typeface="JetBrains Mono"/>
              </a:rPr>
              <a:t>&gt;</a:t>
            </a:r>
            <a:r>
              <a:rPr lang="en-US" sz="2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lang="en-US" sz="2400" dirty="0" err="1">
                <a:effectLst/>
                <a:latin typeface="JetBrains Mono"/>
              </a:rPr>
              <a:t>MyIterable</a:t>
            </a:r>
            <a:r>
              <a:rPr lang="en-US" sz="2400" dirty="0">
                <a:effectLst/>
                <a:latin typeface="JetBrains Mono"/>
              </a:rPr>
              <a:t>&lt;</a:t>
            </a:r>
            <a:r>
              <a:rPr lang="en-US" sz="2400" dirty="0">
                <a:solidFill>
                  <a:srgbClr val="16BAAC"/>
                </a:solidFill>
                <a:effectLst/>
                <a:latin typeface="JetBrains Mono"/>
              </a:rPr>
              <a:t>E</a:t>
            </a:r>
            <a:r>
              <a:rPr lang="en-US" sz="2400" dirty="0">
                <a:effectLst/>
                <a:latin typeface="JetBrains Mono"/>
              </a:rPr>
              <a:t>&gt; {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91F9C-C972-5067-8005-65D1B9731E8D}"/>
              </a:ext>
            </a:extLst>
          </p:cNvPr>
          <p:cNvSpPr txBox="1"/>
          <p:nvPr/>
        </p:nvSpPr>
        <p:spPr>
          <a:xfrm>
            <a:off x="569302" y="942763"/>
            <a:ext cx="868020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final </a:t>
            </a:r>
            <a:r>
              <a:rPr lang="en-US" sz="2200" dirty="0" err="1">
                <a:effectLst/>
                <a:latin typeface="JetBrains Mono"/>
              </a:rPr>
              <a:t>java.util.ArrayList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</a:t>
            </a:r>
            <a:r>
              <a:rPr lang="en-US" sz="2200" dirty="0">
                <a:effectLst/>
                <a:latin typeface="JetBrains Mono"/>
              </a:rPr>
              <a:t>&gt; </a:t>
            </a:r>
            <a:r>
              <a:rPr lang="en-US" sz="2200" dirty="0" err="1">
                <a:effectLst/>
                <a:latin typeface="JetBrains Mono"/>
              </a:rPr>
              <a:t>i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nternalList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ArrayListWrapper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 err="1">
                <a:effectLst/>
                <a:latin typeface="JetBrains Mono"/>
              </a:rPr>
              <a:t>java.util.ArrayList</a:t>
            </a:r>
            <a:r>
              <a:rPr lang="en-US" sz="2200" dirty="0">
                <a:effectLst/>
                <a:latin typeface="JetBrains Mono"/>
              </a:rPr>
              <a:t>&lt;&gt;();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ArrayListWrapper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 err="1">
                <a:effectLst/>
                <a:latin typeface="JetBrains Mono"/>
              </a:rPr>
              <a:t>java.util.Collection</a:t>
            </a:r>
            <a:r>
              <a:rPr lang="en-US" sz="2200" dirty="0">
                <a:effectLst/>
                <a:latin typeface="JetBrains Mono"/>
              </a:rPr>
              <a:t>&lt;?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extends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</a:t>
            </a:r>
            <a:r>
              <a:rPr lang="en-US" sz="2200" dirty="0">
                <a:effectLst/>
                <a:latin typeface="JetBrains Mono"/>
              </a:rPr>
              <a:t>&gt; collection)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22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lang="en-US" sz="2200" dirty="0" err="1">
                <a:effectLst/>
                <a:latin typeface="JetBrains Mono"/>
              </a:rPr>
              <a:t>java.util.ArrayList</a:t>
            </a:r>
            <a:r>
              <a:rPr lang="en-US" sz="2200" dirty="0">
                <a:effectLst/>
                <a:latin typeface="JetBrains Mono"/>
              </a:rPr>
              <a:t>&lt;&gt;(collection);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endParaRPr lang="ru-RU" sz="2200" dirty="0">
              <a:effectLst/>
              <a:latin typeface="JetBrains Mono"/>
            </a:endParaRPr>
          </a:p>
          <a:p>
            <a:pPr>
              <a:buNone/>
            </a:pPr>
            <a:endParaRPr lang="en-US" sz="2200" dirty="0">
              <a:latin typeface="JetBrains Mono"/>
            </a:endParaRPr>
          </a:p>
          <a:p>
            <a:pPr>
              <a:buNone/>
            </a:pPr>
            <a:r>
              <a:rPr lang="en-US" sz="2200" dirty="0">
                <a:solidFill>
                  <a:srgbClr val="7A7E85"/>
                </a:solidFill>
                <a:latin typeface="JetBrains Mono"/>
              </a:rPr>
              <a:t>. . .</a:t>
            </a:r>
            <a:endParaRPr lang="ru-RU" sz="2200" dirty="0">
              <a:solidFill>
                <a:srgbClr val="7A7E85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133F1-CB20-A537-306C-ADDD7B515DFF}"/>
              </a:ext>
            </a:extLst>
          </p:cNvPr>
          <p:cNvSpPr txBox="1"/>
          <p:nvPr/>
        </p:nvSpPr>
        <p:spPr>
          <a:xfrm>
            <a:off x="8450142" y="447337"/>
            <a:ext cx="33960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A7E8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//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 </a:t>
            </a:r>
            <a:r>
              <a:rPr lang="ru-RU" sz="2200" dirty="0" err="1">
                <a:solidFill>
                  <a:srgbClr val="7A7E85"/>
                </a:solidFill>
                <a:latin typeface="JetBrains Mono"/>
              </a:rPr>
              <a:t>враппер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 вокруг </a:t>
            </a:r>
            <a:r>
              <a:rPr lang="en-US" sz="2200" dirty="0" err="1">
                <a:solidFill>
                  <a:srgbClr val="7A7E85"/>
                </a:solidFill>
                <a:latin typeface="JetBrains Mono"/>
              </a:rPr>
              <a:t>ArrayList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7275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B3ABA-BD6F-488F-01B1-1FA4A4AAA931}"/>
              </a:ext>
            </a:extLst>
          </p:cNvPr>
          <p:cNvSpPr txBox="1"/>
          <p:nvPr/>
        </p:nvSpPr>
        <p:spPr>
          <a:xfrm>
            <a:off x="553916" y="166568"/>
            <a:ext cx="10840916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 </a:t>
            </a:r>
            <a:r>
              <a:rPr lang="en-US" sz="2200" dirty="0">
                <a:effectLst/>
                <a:latin typeface="JetBrains Mono"/>
              </a:rPr>
              <a:t>element) {  </a:t>
            </a:r>
            <a:r>
              <a:rPr lang="en-US" sz="2200" dirty="0">
                <a:solidFill>
                  <a:srgbClr val="7A7E85"/>
                </a:solidFill>
                <a:latin typeface="JetBrains Mono"/>
              </a:rPr>
              <a:t>//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Базовые методы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 err="1">
                <a:effectLst/>
                <a:latin typeface="JetBrains Mono"/>
              </a:rPr>
              <a:t>.add</a:t>
            </a:r>
            <a:r>
              <a:rPr lang="en-US" sz="2200" dirty="0">
                <a:effectLst/>
                <a:latin typeface="JetBrains Mono"/>
              </a:rPr>
              <a:t>(element);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add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lang="en-US" sz="2200" dirty="0">
                <a:effectLst/>
                <a:latin typeface="JetBrains Mono"/>
              </a:rPr>
              <a:t>index,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 </a:t>
            </a:r>
            <a:r>
              <a:rPr lang="en-US" sz="2200" dirty="0">
                <a:effectLst/>
                <a:latin typeface="JetBrains Mono"/>
              </a:rPr>
              <a:t>element)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 err="1">
                <a:effectLst/>
                <a:latin typeface="JetBrains Mono"/>
              </a:rPr>
              <a:t>.add</a:t>
            </a:r>
            <a:r>
              <a:rPr lang="en-US" sz="2200" dirty="0">
                <a:effectLst/>
                <a:latin typeface="JetBrains Mono"/>
              </a:rPr>
              <a:t>(index, element);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get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lang="en-US" sz="2200" dirty="0">
                <a:effectLst/>
                <a:latin typeface="JetBrains Mono"/>
              </a:rPr>
              <a:t>index)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 err="1">
                <a:effectLst/>
                <a:latin typeface="JetBrains Mono"/>
              </a:rPr>
              <a:t>.get</a:t>
            </a:r>
            <a:r>
              <a:rPr lang="en-US" sz="2200" dirty="0">
                <a:effectLst/>
                <a:latin typeface="JetBrains Mono"/>
              </a:rPr>
              <a:t>(index);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set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lang="en-US" sz="2200" dirty="0">
                <a:effectLst/>
                <a:latin typeface="JetBrains Mono"/>
              </a:rPr>
              <a:t>index,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 </a:t>
            </a:r>
            <a:r>
              <a:rPr lang="en-US" sz="2200" dirty="0">
                <a:effectLst/>
                <a:latin typeface="JetBrains Mono"/>
              </a:rPr>
              <a:t>element)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 err="1">
                <a:effectLst/>
                <a:latin typeface="JetBrains Mono"/>
              </a:rPr>
              <a:t>.set</a:t>
            </a:r>
            <a:r>
              <a:rPr lang="en-US" sz="2200" dirty="0">
                <a:effectLst/>
                <a:latin typeface="JetBrains Mono"/>
              </a:rPr>
              <a:t>(index, element);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 </a:t>
            </a:r>
            <a:r>
              <a:rPr lang="en-US" sz="2200" dirty="0">
                <a:solidFill>
                  <a:srgbClr val="56A8F5"/>
                </a:solidFill>
                <a:effectLst/>
                <a:latin typeface="JetBrains Mono"/>
              </a:rPr>
              <a:t>remove</a:t>
            </a:r>
            <a:r>
              <a:rPr lang="en-US" sz="2200" dirty="0">
                <a:effectLst/>
                <a:latin typeface="JetBrains Mono"/>
              </a:rPr>
              <a:t>(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int </a:t>
            </a:r>
            <a:r>
              <a:rPr lang="en-US" sz="2200" dirty="0">
                <a:effectLst/>
                <a:latin typeface="JetBrains Mono"/>
              </a:rPr>
              <a:t>index)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 err="1">
                <a:effectLst/>
                <a:latin typeface="JetBrains Mono"/>
              </a:rPr>
              <a:t>.remove</a:t>
            </a:r>
            <a:r>
              <a:rPr lang="en-US" sz="2200" dirty="0">
                <a:effectLst/>
                <a:latin typeface="JetBrains Mono"/>
              </a:rPr>
              <a:t>(index);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8BFF9-DC5E-B80A-456C-06E282B4F42C}"/>
              </a:ext>
            </a:extLst>
          </p:cNvPr>
          <p:cNvSpPr txBox="1"/>
          <p:nvPr/>
        </p:nvSpPr>
        <p:spPr>
          <a:xfrm>
            <a:off x="9373335" y="166568"/>
            <a:ext cx="2581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A7E8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//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 </a:t>
            </a:r>
            <a:r>
              <a:rPr lang="en-US" sz="2200" dirty="0" err="1">
                <a:solidFill>
                  <a:srgbClr val="7A7E85"/>
                </a:solidFill>
                <a:latin typeface="JetBrains Mono"/>
              </a:rPr>
              <a:t>ArrayListWrapper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456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1EDC01-09E0-F67A-2634-FAA7E9748B2A}"/>
              </a:ext>
            </a:extLst>
          </p:cNvPr>
          <p:cNvSpPr txBox="1"/>
          <p:nvPr/>
        </p:nvSpPr>
        <p:spPr>
          <a:xfrm>
            <a:off x="490172" y="166568"/>
            <a:ext cx="1109809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boolean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(Object element) {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  </a:t>
            </a:r>
            <a:r>
              <a:rPr lang="en-US" sz="2200" dirty="0">
                <a:solidFill>
                  <a:srgbClr val="7A7E85"/>
                </a:solidFill>
                <a:latin typeface="JetBrains Mono"/>
              </a:rPr>
              <a:t>//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Базовые методы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(element);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int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size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.size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boolean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isEmpty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.isEmpty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void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clear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.clear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boolean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contains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(Object element)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.contains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(element);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2CC59-2F2C-8334-03E1-F8B7DF2304BD}"/>
              </a:ext>
            </a:extLst>
          </p:cNvPr>
          <p:cNvSpPr txBox="1"/>
          <p:nvPr/>
        </p:nvSpPr>
        <p:spPr>
          <a:xfrm>
            <a:off x="9120556" y="166568"/>
            <a:ext cx="2581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A7E8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//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 </a:t>
            </a:r>
            <a:r>
              <a:rPr lang="en-US" sz="2200" dirty="0" err="1">
                <a:solidFill>
                  <a:srgbClr val="7A7E85"/>
                </a:solidFill>
                <a:latin typeface="JetBrains Mono"/>
              </a:rPr>
              <a:t>ArrayListWrapper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5755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395FD-CE18-2196-8F8A-6771C3A4A831}"/>
              </a:ext>
            </a:extLst>
          </p:cNvPr>
          <p:cNvSpPr txBox="1"/>
          <p:nvPr/>
        </p:nvSpPr>
        <p:spPr>
          <a:xfrm>
            <a:off x="9275884" y="582067"/>
            <a:ext cx="2581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A7E8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//</a:t>
            </a:r>
            <a:r>
              <a:rPr lang="ru-RU" sz="2200" dirty="0">
                <a:solidFill>
                  <a:srgbClr val="7A7E85"/>
                </a:solidFill>
                <a:latin typeface="JetBrains Mono"/>
              </a:rPr>
              <a:t> </a:t>
            </a:r>
            <a:r>
              <a:rPr lang="en-US" sz="2200" dirty="0" err="1">
                <a:solidFill>
                  <a:srgbClr val="7A7E85"/>
                </a:solidFill>
                <a:latin typeface="JetBrains Mono"/>
              </a:rPr>
              <a:t>ArrayListWrapper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2D302-9798-2C5E-2672-CC3074DC846C}"/>
              </a:ext>
            </a:extLst>
          </p:cNvPr>
          <p:cNvSpPr txBox="1"/>
          <p:nvPr/>
        </p:nvSpPr>
        <p:spPr>
          <a:xfrm>
            <a:off x="641838" y="1012954"/>
            <a:ext cx="1201615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effectLst/>
                <a:latin typeface="JetBrains Mono"/>
              </a:rPr>
              <a:t>MyIterator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</a:t>
            </a:r>
            <a:r>
              <a:rPr lang="en-US" sz="2200" dirty="0">
                <a:effectLst/>
                <a:latin typeface="JetBrains Mono"/>
              </a:rPr>
              <a:t>&gt;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getIterator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new </a:t>
            </a:r>
            <a:r>
              <a:rPr lang="en-US" sz="2200" dirty="0" err="1">
                <a:effectLst/>
                <a:latin typeface="JetBrains Mono"/>
              </a:rPr>
              <a:t>ArrayListWrapperIterator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}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class </a:t>
            </a:r>
            <a:r>
              <a:rPr lang="en-US" sz="2200" dirty="0" err="1">
                <a:effectLst/>
                <a:latin typeface="JetBrains Mono"/>
              </a:rPr>
              <a:t>ArrayListWrapperIterator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lang="en-US" sz="2200" dirty="0" err="1">
                <a:effectLst/>
                <a:latin typeface="JetBrains Mono"/>
              </a:rPr>
              <a:t>MyIterator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16BAAC"/>
                </a:solidFill>
                <a:effectLst/>
                <a:latin typeface="JetBrains Mono"/>
              </a:rPr>
              <a:t>E</a:t>
            </a:r>
            <a:r>
              <a:rPr lang="en-US" sz="2200" dirty="0">
                <a:effectLst/>
                <a:latin typeface="JetBrains Mono"/>
              </a:rPr>
              <a:t>&gt; {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currentIndex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canRemove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private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nextWasCalled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=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lang="en-US" sz="2200" dirty="0">
                <a:effectLst/>
                <a:latin typeface="JetBrains Mono"/>
              </a:rPr>
              <a:t>;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2200" dirty="0" err="1"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56A8F5"/>
                </a:solidFill>
                <a:effectLst/>
                <a:latin typeface="JetBrains Mono"/>
              </a:rPr>
              <a:t>hasNext</a:t>
            </a:r>
            <a:r>
              <a:rPr lang="en-US" sz="2200" dirty="0">
                <a:effectLst/>
                <a:latin typeface="JetBrains Mono"/>
              </a:rPr>
              <a:t>() {</a:t>
            </a:r>
            <a:b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sz="22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currentIndex</a:t>
            </a:r>
            <a:r>
              <a:rPr lang="en-US" sz="22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2200" dirty="0">
                <a:effectLst/>
                <a:latin typeface="JetBrains Mono"/>
              </a:rPr>
              <a:t>&lt;</a:t>
            </a:r>
            <a:r>
              <a:rPr lang="en-US" sz="2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sz="2200" dirty="0" err="1">
                <a:solidFill>
                  <a:srgbClr val="C77DBB"/>
                </a:solidFill>
                <a:effectLst/>
                <a:latin typeface="JetBrains Mono"/>
              </a:rPr>
              <a:t>internalList</a:t>
            </a:r>
            <a:r>
              <a:rPr lang="en-US" sz="2200" dirty="0" err="1">
                <a:effectLst/>
                <a:latin typeface="JetBrains Mono"/>
              </a:rPr>
              <a:t>.size</a:t>
            </a:r>
            <a:r>
              <a:rPr lang="en-US" sz="2200" dirty="0">
                <a:effectLst/>
                <a:latin typeface="JetBrains Mono"/>
              </a:rPr>
              <a:t>();</a:t>
            </a:r>
            <a:br>
              <a:rPr lang="en-US" sz="2200" dirty="0">
                <a:effectLst/>
                <a:latin typeface="JetBrains Mono"/>
              </a:rPr>
            </a:br>
            <a:r>
              <a:rPr lang="en-US" sz="2200" dirty="0">
                <a:effectLst/>
                <a:latin typeface="JetBrains Mon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59086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0DF9D5-D1BD-6F5D-DD07-921DBAA7C433}"/>
              </a:ext>
            </a:extLst>
          </p:cNvPr>
          <p:cNvSpPr txBox="1"/>
          <p:nvPr/>
        </p:nvSpPr>
        <p:spPr>
          <a:xfrm>
            <a:off x="454269" y="1520785"/>
            <a:ext cx="1173773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3AE6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@Override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3AE6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3AE6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6BAA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next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hasNext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throw new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IllegalStateException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AAB7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"No more elements in collection"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6BAA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element 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.get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currentIndex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currentIndex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++;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canRemove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true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nextWasCalled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=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true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return element;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etBrains Mon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796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BF1DD6-5AE2-BE99-0A7F-59FA6EF164CD}"/>
              </a:ext>
            </a:extLst>
          </p:cNvPr>
          <p:cNvSpPr txBox="1"/>
          <p:nvPr/>
        </p:nvSpPr>
        <p:spPr>
          <a:xfrm>
            <a:off x="413238" y="1690062"/>
            <a:ext cx="109552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3AE6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@Override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3AE6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3AE6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void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canRemove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throw new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IllegalStateException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6AAB7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"next() method must be called before remove()"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internalList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.remove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currentIndex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-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AACB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1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currentIndex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--;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77DB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canRemove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 =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false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06828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62FA18-73BD-AC77-4B5B-5063A316F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034" y="82656"/>
            <a:ext cx="5925931" cy="66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72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E64B6-55AA-AAF8-52FD-70A114E2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87AF6-ADF0-462B-FD34-BE08391E2095}"/>
              </a:ext>
            </a:extLst>
          </p:cNvPr>
          <p:cNvSpPr txBox="1"/>
          <p:nvPr/>
        </p:nvSpPr>
        <p:spPr>
          <a:xfrm>
            <a:off x="838201" y="1690688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https://jenkov.com/tutorials/java-collections/iterator.html</a:t>
            </a:r>
            <a:br>
              <a:rPr lang="en-US" dirty="0"/>
            </a:br>
            <a:r>
              <a:rPr lang="en-US" dirty="0">
                <a:hlinkClick r:id="rId3"/>
              </a:rPr>
              <a:t>https://habr.com/ru/articles/256905/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4"/>
              </a:rPr>
              <a:t>https://www.geeksforgeeks.org/java/java-collection-spliterator-with-examples/</a:t>
            </a:r>
            <a:endParaRPr lang="en-US" dirty="0"/>
          </a:p>
          <a:p>
            <a:r>
              <a:rPr lang="en-US" dirty="0"/>
              <a:t>https://www.umlboard.com/design-patterns/publisher-subscriber.html</a:t>
            </a:r>
            <a:endParaRPr lang="ru-RU" dirty="0"/>
          </a:p>
          <a:p>
            <a:r>
              <a:rPr lang="en-US" dirty="0"/>
              <a:t>Desing Patterns Elements of Reusable Object-Oriented Software / E. Gamma, R. Helm, R. Jonson, J. </a:t>
            </a:r>
            <a:r>
              <a:rPr lang="en-US" dirty="0" err="1"/>
              <a:t>Vlissides</a:t>
            </a:r>
            <a:endParaRPr lang="en-US" dirty="0"/>
          </a:p>
          <a:p>
            <a:r>
              <a:rPr lang="en-US" dirty="0"/>
              <a:t>Design Patterns Building Extensible &amp; Maintainable Object-Oriented Software / E. Freeman, E. Robson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902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3988</Words>
  <Application>Microsoft Office PowerPoint</Application>
  <PresentationFormat>Widescreen</PresentationFormat>
  <Paragraphs>312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DejaVu Sans Mono</vt:lpstr>
      <vt:lpstr>DejaVu Serif</vt:lpstr>
      <vt:lpstr>Fira Code</vt:lpstr>
      <vt:lpstr>JetBrains Mono</vt:lpstr>
      <vt:lpstr>Office Theme</vt:lpstr>
      <vt:lpstr>Наблюдатель</vt:lpstr>
      <vt:lpstr>Проблема</vt:lpstr>
      <vt:lpstr>PowerPoint Presentation</vt:lpstr>
      <vt:lpstr>PowerPoint Presentation</vt:lpstr>
      <vt:lpstr>Как не получать Update на свой Notify?</vt:lpstr>
      <vt:lpstr>Применимость</vt:lpstr>
      <vt:lpstr>PowerPoint Presentation</vt:lpstr>
      <vt:lpstr>Publisher Subscriber</vt:lpstr>
      <vt:lpstr>PowerPoint Presentation</vt:lpstr>
      <vt:lpstr>PowerPoint Presentation</vt:lpstr>
      <vt:lpstr>Пример</vt:lpstr>
      <vt:lpstr>Пример</vt:lpstr>
      <vt:lpstr>Пример</vt:lpstr>
      <vt:lpstr>Итератор</vt:lpstr>
      <vt:lpstr>Зачем нужен итератор</vt:lpstr>
      <vt:lpstr>Итератор – поведенческий шаблон</vt:lpstr>
      <vt:lpstr>PowerPoint Presentation</vt:lpstr>
      <vt:lpstr>Interface Iterator&lt;E&gt;</vt:lpstr>
      <vt:lpstr>PowerPoint Presentation</vt:lpstr>
      <vt:lpstr>PowerPoint Presentation</vt:lpstr>
      <vt:lpstr>PowerPoint Presentation</vt:lpstr>
      <vt:lpstr>Обход с использованием итератора</vt:lpstr>
      <vt:lpstr>Об изменении коллекции во время обхода</vt:lpstr>
      <vt:lpstr>PowerPoint Presentation</vt:lpstr>
      <vt:lpstr>PowerPoint Presentation</vt:lpstr>
      <vt:lpstr>Пример с ForEachRemaining</vt:lpstr>
      <vt:lpstr>Interface ListIterator&lt;E&gt;</vt:lpstr>
      <vt:lpstr>Interface ListIterator&lt;E&gt;</vt:lpstr>
      <vt:lpstr>Interface Iterable&lt;T&gt;</vt:lpstr>
      <vt:lpstr>PowerPoint Presentation</vt:lpstr>
      <vt:lpstr>Итератор для кастомных коллекций</vt:lpstr>
      <vt:lpstr>PowerPoint Presentation</vt:lpstr>
      <vt:lpstr>PowerPoint Presentation</vt:lpstr>
      <vt:lpstr>Interface Spliterator&lt;T&gt;</vt:lpstr>
      <vt:lpstr>Interface Spliterator&lt;T&gt;</vt:lpstr>
      <vt:lpstr>Interface Spliterator&lt;T&gt;</vt:lpstr>
      <vt:lpstr>PowerPoint Presentation</vt:lpstr>
      <vt:lpstr>PowerPoint Presentation</vt:lpstr>
      <vt:lpstr>PowerPoint Presentation</vt:lpstr>
      <vt:lpstr>Имплементация итератора с нуля</vt:lpstr>
      <vt:lpstr>PowerPoint Presentation</vt:lpstr>
      <vt:lpstr>public class ArrayListWrapper&lt;E&gt; implements MyIterable&lt;E&gt; {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Источники: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kiril</dc:creator>
  <cp:lastModifiedBy>Kirill Shekhurin</cp:lastModifiedBy>
  <cp:revision>3</cp:revision>
  <dcterms:created xsi:type="dcterms:W3CDTF">2025-07-23T00:59:00Z</dcterms:created>
  <dcterms:modified xsi:type="dcterms:W3CDTF">2025-11-22T11:42:48Z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7221D42414384D349B64F34D6E307342_11</vt:lpwstr>
  </property>
  <property fmtid="{D5CDD505-2E9C-101B-9397-08002B2CF9AE}" pid="3" name="KSOProductBuildVer">
    <vt:lpwstr>1033-12.2.0.22549</vt:lpwstr>
  </property>
</Properties>
</file>